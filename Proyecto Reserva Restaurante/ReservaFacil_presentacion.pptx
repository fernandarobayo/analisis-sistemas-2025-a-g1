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60" r:id="rId8"/>
    <p:sldId id="259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60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412B1-0E71-4C11-ADA1-0652BF66B2B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A1F3A-8143-4263-ACA6-D656DDDB3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Doble reserva de mesas</a:t>
          </a:r>
        </a:p>
      </dgm:t>
    </dgm:pt>
    <dgm:pt modelId="{7D1E87C1-D6B1-4F34-B1CB-8D1FF523CA3E}" type="parTrans" cxnId="{D0C6D329-BDF4-4EEA-9A7C-3383E002B481}">
      <dgm:prSet/>
      <dgm:spPr/>
      <dgm:t>
        <a:bodyPr/>
        <a:lstStyle/>
        <a:p>
          <a:endParaRPr lang="en-US"/>
        </a:p>
      </dgm:t>
    </dgm:pt>
    <dgm:pt modelId="{E2EE5642-B146-4010-973B-23A699C76CB7}" type="sibTrans" cxnId="{D0C6D329-BDF4-4EEA-9A7C-3383E002B481}">
      <dgm:prSet/>
      <dgm:spPr/>
      <dgm:t>
        <a:bodyPr/>
        <a:lstStyle/>
        <a:p>
          <a:endParaRPr lang="en-US"/>
        </a:p>
      </dgm:t>
    </dgm:pt>
    <dgm:pt modelId="{FCDF67B5-A4B0-422C-972C-D24451D6C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Pérdida de clientes por falta de organización</a:t>
          </a:r>
        </a:p>
      </dgm:t>
    </dgm:pt>
    <dgm:pt modelId="{8F3D32F3-5232-4908-9FDB-B42C5238CDB2}" type="parTrans" cxnId="{05248A86-E376-48D3-B35F-8A6037C2668F}">
      <dgm:prSet/>
      <dgm:spPr/>
      <dgm:t>
        <a:bodyPr/>
        <a:lstStyle/>
        <a:p>
          <a:endParaRPr lang="en-US"/>
        </a:p>
      </dgm:t>
    </dgm:pt>
    <dgm:pt modelId="{BF9C3FC9-7907-45E2-A9EE-27309C05F7F2}" type="sibTrans" cxnId="{05248A86-E376-48D3-B35F-8A6037C2668F}">
      <dgm:prSet/>
      <dgm:spPr/>
      <dgm:t>
        <a:bodyPr/>
        <a:lstStyle/>
        <a:p>
          <a:endParaRPr lang="en-US"/>
        </a:p>
      </dgm:t>
    </dgm:pt>
    <dgm:pt modelId="{B15054F4-7ACA-4AC5-9297-19EF6F245B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Falta de seguimiento sobre disponibilidad en tiempo real</a:t>
          </a:r>
        </a:p>
      </dgm:t>
    </dgm:pt>
    <dgm:pt modelId="{3C1D33DC-8925-4D76-8AE9-A1E468F9B4E9}" type="parTrans" cxnId="{1B9AB570-D802-4EA9-B3BD-C9F3C3F6F73B}">
      <dgm:prSet/>
      <dgm:spPr/>
      <dgm:t>
        <a:bodyPr/>
        <a:lstStyle/>
        <a:p>
          <a:endParaRPr lang="en-US"/>
        </a:p>
      </dgm:t>
    </dgm:pt>
    <dgm:pt modelId="{927B7618-5354-46DE-A075-7948BF81555A}" type="sibTrans" cxnId="{1B9AB570-D802-4EA9-B3BD-C9F3C3F6F73B}">
      <dgm:prSet/>
      <dgm:spPr/>
      <dgm:t>
        <a:bodyPr/>
        <a:lstStyle/>
        <a:p>
          <a:endParaRPr lang="en-US"/>
        </a:p>
      </dgm:t>
    </dgm:pt>
    <dgm:pt modelId="{4D09BE7B-71FF-46E1-9490-9A92252181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Administración poco clara del historial de clientes y reservas</a:t>
          </a:r>
        </a:p>
      </dgm:t>
    </dgm:pt>
    <dgm:pt modelId="{8A8355AB-A746-4AD9-984A-B974B0DFEEE7}" type="parTrans" cxnId="{3C1C8C0C-E3F0-49A0-8209-74B71E9ED643}">
      <dgm:prSet/>
      <dgm:spPr/>
      <dgm:t>
        <a:bodyPr/>
        <a:lstStyle/>
        <a:p>
          <a:endParaRPr lang="en-US"/>
        </a:p>
      </dgm:t>
    </dgm:pt>
    <dgm:pt modelId="{3504BB75-DF35-48E0-BFD3-64400D9F3AD3}" type="sibTrans" cxnId="{3C1C8C0C-E3F0-49A0-8209-74B71E9ED643}">
      <dgm:prSet/>
      <dgm:spPr/>
      <dgm:t>
        <a:bodyPr/>
        <a:lstStyle/>
        <a:p>
          <a:endParaRPr lang="en-US"/>
        </a:p>
      </dgm:t>
    </dgm:pt>
    <dgm:pt modelId="{75459BD2-AC64-4046-9AAC-245AD2DDCD4B}" type="pres">
      <dgm:prSet presAssocID="{AA2412B1-0E71-4C11-ADA1-0652BF66B2BE}" presName="root" presStyleCnt="0">
        <dgm:presLayoutVars>
          <dgm:dir/>
          <dgm:resizeHandles val="exact"/>
        </dgm:presLayoutVars>
      </dgm:prSet>
      <dgm:spPr/>
    </dgm:pt>
    <dgm:pt modelId="{ABFC634C-4ABC-4B0A-8C45-73DB66F253E7}" type="pres">
      <dgm:prSet presAssocID="{5C2A1F3A-8143-4263-ACA6-D656DDDB3748}" presName="compNode" presStyleCnt="0"/>
      <dgm:spPr/>
    </dgm:pt>
    <dgm:pt modelId="{6EB6A08D-D5B6-41D6-8F48-2F8E7BD0174D}" type="pres">
      <dgm:prSet presAssocID="{5C2A1F3A-8143-4263-ACA6-D656DDDB37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14EF4EE-055B-49F8-9808-7FF0A317494E}" type="pres">
      <dgm:prSet presAssocID="{5C2A1F3A-8143-4263-ACA6-D656DDDB3748}" presName="spaceRect" presStyleCnt="0"/>
      <dgm:spPr/>
    </dgm:pt>
    <dgm:pt modelId="{04015B22-6E08-4495-983E-9EC6CA1FF9CF}" type="pres">
      <dgm:prSet presAssocID="{5C2A1F3A-8143-4263-ACA6-D656DDDB3748}" presName="textRect" presStyleLbl="revTx" presStyleIdx="0" presStyleCnt="4">
        <dgm:presLayoutVars>
          <dgm:chMax val="1"/>
          <dgm:chPref val="1"/>
        </dgm:presLayoutVars>
      </dgm:prSet>
      <dgm:spPr/>
    </dgm:pt>
    <dgm:pt modelId="{D6D3154E-6285-4ECD-8E1E-BFAFC978AC79}" type="pres">
      <dgm:prSet presAssocID="{E2EE5642-B146-4010-973B-23A699C76CB7}" presName="sibTrans" presStyleCnt="0"/>
      <dgm:spPr/>
    </dgm:pt>
    <dgm:pt modelId="{C4396ADD-479B-4C83-8D89-5615317F0763}" type="pres">
      <dgm:prSet presAssocID="{FCDF67B5-A4B0-422C-972C-D24451D6C0D8}" presName="compNode" presStyleCnt="0"/>
      <dgm:spPr/>
    </dgm:pt>
    <dgm:pt modelId="{79343BAB-7C90-4924-A0C6-8D0C6547F585}" type="pres">
      <dgm:prSet presAssocID="{FCDF67B5-A4B0-422C-972C-D24451D6C0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7FC213B5-079A-4140-9229-A4B7CFD89D95}" type="pres">
      <dgm:prSet presAssocID="{FCDF67B5-A4B0-422C-972C-D24451D6C0D8}" presName="spaceRect" presStyleCnt="0"/>
      <dgm:spPr/>
    </dgm:pt>
    <dgm:pt modelId="{C05B5837-9DF4-49E4-88FE-E7601DEBFCB1}" type="pres">
      <dgm:prSet presAssocID="{FCDF67B5-A4B0-422C-972C-D24451D6C0D8}" presName="textRect" presStyleLbl="revTx" presStyleIdx="1" presStyleCnt="4">
        <dgm:presLayoutVars>
          <dgm:chMax val="1"/>
          <dgm:chPref val="1"/>
        </dgm:presLayoutVars>
      </dgm:prSet>
      <dgm:spPr/>
    </dgm:pt>
    <dgm:pt modelId="{D1AAE301-6189-4F76-ABB2-54E686FCF51D}" type="pres">
      <dgm:prSet presAssocID="{BF9C3FC9-7907-45E2-A9EE-27309C05F7F2}" presName="sibTrans" presStyleCnt="0"/>
      <dgm:spPr/>
    </dgm:pt>
    <dgm:pt modelId="{DFA0D817-88C2-4975-856A-324C3D0DF957}" type="pres">
      <dgm:prSet presAssocID="{B15054F4-7ACA-4AC5-9297-19EF6F245BEF}" presName="compNode" presStyleCnt="0"/>
      <dgm:spPr/>
    </dgm:pt>
    <dgm:pt modelId="{98DE48E2-DE1F-4A16-88D0-545209286041}" type="pres">
      <dgm:prSet presAssocID="{B15054F4-7ACA-4AC5-9297-19EF6F245B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E3A85456-8E00-4042-A1EB-9AABF17F4AFF}" type="pres">
      <dgm:prSet presAssocID="{B15054F4-7ACA-4AC5-9297-19EF6F245BEF}" presName="spaceRect" presStyleCnt="0"/>
      <dgm:spPr/>
    </dgm:pt>
    <dgm:pt modelId="{FC6DF966-EBEC-442E-8C1D-D9E210A69B57}" type="pres">
      <dgm:prSet presAssocID="{B15054F4-7ACA-4AC5-9297-19EF6F245BEF}" presName="textRect" presStyleLbl="revTx" presStyleIdx="2" presStyleCnt="4">
        <dgm:presLayoutVars>
          <dgm:chMax val="1"/>
          <dgm:chPref val="1"/>
        </dgm:presLayoutVars>
      </dgm:prSet>
      <dgm:spPr/>
    </dgm:pt>
    <dgm:pt modelId="{512034BA-3B1D-4407-884A-91142F1A97A8}" type="pres">
      <dgm:prSet presAssocID="{927B7618-5354-46DE-A075-7948BF81555A}" presName="sibTrans" presStyleCnt="0"/>
      <dgm:spPr/>
    </dgm:pt>
    <dgm:pt modelId="{A4A227AA-BAA3-46ED-AAF3-0C3F3FFD2B4A}" type="pres">
      <dgm:prSet presAssocID="{4D09BE7B-71FF-46E1-9490-9A9225218170}" presName="compNode" presStyleCnt="0"/>
      <dgm:spPr/>
    </dgm:pt>
    <dgm:pt modelId="{D9FF7833-FB15-4E19-A7DC-4DC5C629F44C}" type="pres">
      <dgm:prSet presAssocID="{4D09BE7B-71FF-46E1-9490-9A92252181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B4D8504-1F46-475D-B10D-7136D9296D95}" type="pres">
      <dgm:prSet presAssocID="{4D09BE7B-71FF-46E1-9490-9A9225218170}" presName="spaceRect" presStyleCnt="0"/>
      <dgm:spPr/>
    </dgm:pt>
    <dgm:pt modelId="{A0FC088E-6810-47E1-9A78-16B2BA738F79}" type="pres">
      <dgm:prSet presAssocID="{4D09BE7B-71FF-46E1-9490-9A922521817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8CCC08-E484-4B9C-920A-1FF9BB5EAE3C}" type="presOf" srcId="{FCDF67B5-A4B0-422C-972C-D24451D6C0D8}" destId="{C05B5837-9DF4-49E4-88FE-E7601DEBFCB1}" srcOrd="0" destOrd="0" presId="urn:microsoft.com/office/officeart/2018/2/layout/IconLabelList"/>
    <dgm:cxn modelId="{3C1C8C0C-E3F0-49A0-8209-74B71E9ED643}" srcId="{AA2412B1-0E71-4C11-ADA1-0652BF66B2BE}" destId="{4D09BE7B-71FF-46E1-9490-9A9225218170}" srcOrd="3" destOrd="0" parTransId="{8A8355AB-A746-4AD9-984A-B974B0DFEEE7}" sibTransId="{3504BB75-DF35-48E0-BFD3-64400D9F3AD3}"/>
    <dgm:cxn modelId="{D0C6D329-BDF4-4EEA-9A7C-3383E002B481}" srcId="{AA2412B1-0E71-4C11-ADA1-0652BF66B2BE}" destId="{5C2A1F3A-8143-4263-ACA6-D656DDDB3748}" srcOrd="0" destOrd="0" parTransId="{7D1E87C1-D6B1-4F34-B1CB-8D1FF523CA3E}" sibTransId="{E2EE5642-B146-4010-973B-23A699C76CB7}"/>
    <dgm:cxn modelId="{1B9AB570-D802-4EA9-B3BD-C9F3C3F6F73B}" srcId="{AA2412B1-0E71-4C11-ADA1-0652BF66B2BE}" destId="{B15054F4-7ACA-4AC5-9297-19EF6F245BEF}" srcOrd="2" destOrd="0" parTransId="{3C1D33DC-8925-4D76-8AE9-A1E468F9B4E9}" sibTransId="{927B7618-5354-46DE-A075-7948BF81555A}"/>
    <dgm:cxn modelId="{6184427D-8BDA-4ED8-AA17-74ED440182C8}" type="presOf" srcId="{4D09BE7B-71FF-46E1-9490-9A9225218170}" destId="{A0FC088E-6810-47E1-9A78-16B2BA738F79}" srcOrd="0" destOrd="0" presId="urn:microsoft.com/office/officeart/2018/2/layout/IconLabelList"/>
    <dgm:cxn modelId="{05248A86-E376-48D3-B35F-8A6037C2668F}" srcId="{AA2412B1-0E71-4C11-ADA1-0652BF66B2BE}" destId="{FCDF67B5-A4B0-422C-972C-D24451D6C0D8}" srcOrd="1" destOrd="0" parTransId="{8F3D32F3-5232-4908-9FDB-B42C5238CDB2}" sibTransId="{BF9C3FC9-7907-45E2-A9EE-27309C05F7F2}"/>
    <dgm:cxn modelId="{D2555BD2-9B97-4C6E-BBAC-091B19F7EDC8}" type="presOf" srcId="{AA2412B1-0E71-4C11-ADA1-0652BF66B2BE}" destId="{75459BD2-AC64-4046-9AAC-245AD2DDCD4B}" srcOrd="0" destOrd="0" presId="urn:microsoft.com/office/officeart/2018/2/layout/IconLabelList"/>
    <dgm:cxn modelId="{48ACE1D7-EC13-4A11-A178-74D5F62F3E07}" type="presOf" srcId="{5C2A1F3A-8143-4263-ACA6-D656DDDB3748}" destId="{04015B22-6E08-4495-983E-9EC6CA1FF9CF}" srcOrd="0" destOrd="0" presId="urn:microsoft.com/office/officeart/2018/2/layout/IconLabelList"/>
    <dgm:cxn modelId="{BB2967FD-E075-43A1-8A63-43A3A2E00BA2}" type="presOf" srcId="{B15054F4-7ACA-4AC5-9297-19EF6F245BEF}" destId="{FC6DF966-EBEC-442E-8C1D-D9E210A69B57}" srcOrd="0" destOrd="0" presId="urn:microsoft.com/office/officeart/2018/2/layout/IconLabelList"/>
    <dgm:cxn modelId="{75F3E7A6-59F7-4CA9-9222-797C90BA79D8}" type="presParOf" srcId="{75459BD2-AC64-4046-9AAC-245AD2DDCD4B}" destId="{ABFC634C-4ABC-4B0A-8C45-73DB66F253E7}" srcOrd="0" destOrd="0" presId="urn:microsoft.com/office/officeart/2018/2/layout/IconLabelList"/>
    <dgm:cxn modelId="{534C983E-D789-4A10-86AC-13C0174D14F1}" type="presParOf" srcId="{ABFC634C-4ABC-4B0A-8C45-73DB66F253E7}" destId="{6EB6A08D-D5B6-41D6-8F48-2F8E7BD0174D}" srcOrd="0" destOrd="0" presId="urn:microsoft.com/office/officeart/2018/2/layout/IconLabelList"/>
    <dgm:cxn modelId="{70DF25E3-620F-4F20-8D89-DE9FD6C52FE2}" type="presParOf" srcId="{ABFC634C-4ABC-4B0A-8C45-73DB66F253E7}" destId="{114EF4EE-055B-49F8-9808-7FF0A317494E}" srcOrd="1" destOrd="0" presId="urn:microsoft.com/office/officeart/2018/2/layout/IconLabelList"/>
    <dgm:cxn modelId="{51C5D45F-CFF7-4389-A6A8-D948AC200D5D}" type="presParOf" srcId="{ABFC634C-4ABC-4B0A-8C45-73DB66F253E7}" destId="{04015B22-6E08-4495-983E-9EC6CA1FF9CF}" srcOrd="2" destOrd="0" presId="urn:microsoft.com/office/officeart/2018/2/layout/IconLabelList"/>
    <dgm:cxn modelId="{4866C68F-4DCA-4701-A34B-65DF770C6C3F}" type="presParOf" srcId="{75459BD2-AC64-4046-9AAC-245AD2DDCD4B}" destId="{D6D3154E-6285-4ECD-8E1E-BFAFC978AC79}" srcOrd="1" destOrd="0" presId="urn:microsoft.com/office/officeart/2018/2/layout/IconLabelList"/>
    <dgm:cxn modelId="{F8725A6B-67CE-4C92-BD90-87F5E6D69A35}" type="presParOf" srcId="{75459BD2-AC64-4046-9AAC-245AD2DDCD4B}" destId="{C4396ADD-479B-4C83-8D89-5615317F0763}" srcOrd="2" destOrd="0" presId="urn:microsoft.com/office/officeart/2018/2/layout/IconLabelList"/>
    <dgm:cxn modelId="{2A582753-56CF-4D7D-8FD6-4A0DDFA0E624}" type="presParOf" srcId="{C4396ADD-479B-4C83-8D89-5615317F0763}" destId="{79343BAB-7C90-4924-A0C6-8D0C6547F585}" srcOrd="0" destOrd="0" presId="urn:microsoft.com/office/officeart/2018/2/layout/IconLabelList"/>
    <dgm:cxn modelId="{290AF8A2-59F4-4A89-AFE7-D498D4ACBF9C}" type="presParOf" srcId="{C4396ADD-479B-4C83-8D89-5615317F0763}" destId="{7FC213B5-079A-4140-9229-A4B7CFD89D95}" srcOrd="1" destOrd="0" presId="urn:microsoft.com/office/officeart/2018/2/layout/IconLabelList"/>
    <dgm:cxn modelId="{9096937A-F48B-460A-88F5-BE7A32021C78}" type="presParOf" srcId="{C4396ADD-479B-4C83-8D89-5615317F0763}" destId="{C05B5837-9DF4-49E4-88FE-E7601DEBFCB1}" srcOrd="2" destOrd="0" presId="urn:microsoft.com/office/officeart/2018/2/layout/IconLabelList"/>
    <dgm:cxn modelId="{93CB944E-F568-4895-9051-3BC654427D92}" type="presParOf" srcId="{75459BD2-AC64-4046-9AAC-245AD2DDCD4B}" destId="{D1AAE301-6189-4F76-ABB2-54E686FCF51D}" srcOrd="3" destOrd="0" presId="urn:microsoft.com/office/officeart/2018/2/layout/IconLabelList"/>
    <dgm:cxn modelId="{49AFC27F-8EAA-4E23-B69F-DC5AC101CCA5}" type="presParOf" srcId="{75459BD2-AC64-4046-9AAC-245AD2DDCD4B}" destId="{DFA0D817-88C2-4975-856A-324C3D0DF957}" srcOrd="4" destOrd="0" presId="urn:microsoft.com/office/officeart/2018/2/layout/IconLabelList"/>
    <dgm:cxn modelId="{A6578A86-83B9-4B92-904A-992D62B0CE8C}" type="presParOf" srcId="{DFA0D817-88C2-4975-856A-324C3D0DF957}" destId="{98DE48E2-DE1F-4A16-88D0-545209286041}" srcOrd="0" destOrd="0" presId="urn:microsoft.com/office/officeart/2018/2/layout/IconLabelList"/>
    <dgm:cxn modelId="{8AEE592F-7169-4E22-A295-6AC8C95571B5}" type="presParOf" srcId="{DFA0D817-88C2-4975-856A-324C3D0DF957}" destId="{E3A85456-8E00-4042-A1EB-9AABF17F4AFF}" srcOrd="1" destOrd="0" presId="urn:microsoft.com/office/officeart/2018/2/layout/IconLabelList"/>
    <dgm:cxn modelId="{3AA334FC-A0D7-488A-9919-29B034DAA3FB}" type="presParOf" srcId="{DFA0D817-88C2-4975-856A-324C3D0DF957}" destId="{FC6DF966-EBEC-442E-8C1D-D9E210A69B57}" srcOrd="2" destOrd="0" presId="urn:microsoft.com/office/officeart/2018/2/layout/IconLabelList"/>
    <dgm:cxn modelId="{0FE8A505-F965-4958-B4AD-0829F203B17C}" type="presParOf" srcId="{75459BD2-AC64-4046-9AAC-245AD2DDCD4B}" destId="{512034BA-3B1D-4407-884A-91142F1A97A8}" srcOrd="5" destOrd="0" presId="urn:microsoft.com/office/officeart/2018/2/layout/IconLabelList"/>
    <dgm:cxn modelId="{57AEB22E-3A05-450F-A545-9E91A15C06DD}" type="presParOf" srcId="{75459BD2-AC64-4046-9AAC-245AD2DDCD4B}" destId="{A4A227AA-BAA3-46ED-AAF3-0C3F3FFD2B4A}" srcOrd="6" destOrd="0" presId="urn:microsoft.com/office/officeart/2018/2/layout/IconLabelList"/>
    <dgm:cxn modelId="{E1317175-552E-468C-B63C-25DEEEB0A244}" type="presParOf" srcId="{A4A227AA-BAA3-46ED-AAF3-0C3F3FFD2B4A}" destId="{D9FF7833-FB15-4E19-A7DC-4DC5C629F44C}" srcOrd="0" destOrd="0" presId="urn:microsoft.com/office/officeart/2018/2/layout/IconLabelList"/>
    <dgm:cxn modelId="{D3FBC8EC-BDB5-4AE5-98AF-78A3F27DD977}" type="presParOf" srcId="{A4A227AA-BAA3-46ED-AAF3-0C3F3FFD2B4A}" destId="{6B4D8504-1F46-475D-B10D-7136D9296D95}" srcOrd="1" destOrd="0" presId="urn:microsoft.com/office/officeart/2018/2/layout/IconLabelList"/>
    <dgm:cxn modelId="{0E5078CC-79BF-480F-BBDA-385DA03B2010}" type="presParOf" srcId="{A4A227AA-BAA3-46ED-AAF3-0C3F3FFD2B4A}" destId="{A0FC088E-6810-47E1-9A78-16B2BA738F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ABE5D0-79B9-4126-BE1C-80216771CC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9E680A-9814-4AFE-8D3C-85BBF6512A2B}">
      <dgm:prSet/>
      <dgm:spPr/>
      <dgm:t>
        <a:bodyPr/>
        <a:lstStyle/>
        <a:p>
          <a:r>
            <a:rPr lang="en-US"/>
            <a:t>Plataforma web + panel de administración</a:t>
          </a:r>
        </a:p>
      </dgm:t>
    </dgm:pt>
    <dgm:pt modelId="{496D3BB8-BA4B-4587-91CE-3A0C8866E5EA}" type="parTrans" cxnId="{584CB1B2-F4F3-4669-ACDD-79A38F82F9FE}">
      <dgm:prSet/>
      <dgm:spPr/>
      <dgm:t>
        <a:bodyPr/>
        <a:lstStyle/>
        <a:p>
          <a:endParaRPr lang="en-US"/>
        </a:p>
      </dgm:t>
    </dgm:pt>
    <dgm:pt modelId="{9D39F031-9A24-4C14-8CA2-5DDB177B314F}" type="sibTrans" cxnId="{584CB1B2-F4F3-4669-ACDD-79A38F82F9FE}">
      <dgm:prSet/>
      <dgm:spPr/>
      <dgm:t>
        <a:bodyPr/>
        <a:lstStyle/>
        <a:p>
          <a:endParaRPr lang="en-US"/>
        </a:p>
      </dgm:t>
    </dgm:pt>
    <dgm:pt modelId="{F5C5C80F-6AE5-4187-9622-EAD096F20A70}">
      <dgm:prSet/>
      <dgm:spPr/>
      <dgm:t>
        <a:bodyPr/>
        <a:lstStyle/>
        <a:p>
          <a:r>
            <a:rPr lang="en-US"/>
            <a:t>Clientes: reservas en línea en pocos clics</a:t>
          </a:r>
        </a:p>
      </dgm:t>
    </dgm:pt>
    <dgm:pt modelId="{74B0DEB6-41A4-424F-8054-CC2115925152}" type="parTrans" cxnId="{64C7275D-85DD-4511-BB85-1D614EF21B46}">
      <dgm:prSet/>
      <dgm:spPr/>
      <dgm:t>
        <a:bodyPr/>
        <a:lstStyle/>
        <a:p>
          <a:endParaRPr lang="en-US"/>
        </a:p>
      </dgm:t>
    </dgm:pt>
    <dgm:pt modelId="{C2BEEACF-860F-4604-8BB0-700582DF9FF8}" type="sibTrans" cxnId="{64C7275D-85DD-4511-BB85-1D614EF21B46}">
      <dgm:prSet/>
      <dgm:spPr/>
      <dgm:t>
        <a:bodyPr/>
        <a:lstStyle/>
        <a:p>
          <a:endParaRPr lang="en-US"/>
        </a:p>
      </dgm:t>
    </dgm:pt>
    <dgm:pt modelId="{418D2346-DFDA-4969-9564-8C1120A08356}">
      <dgm:prSet/>
      <dgm:spPr/>
      <dgm:t>
        <a:bodyPr/>
        <a:lstStyle/>
        <a:p>
          <a:r>
            <a:rPr lang="en-US"/>
            <a:t>Administradores: gestionan mesas, editan reservas, ven estadísticas</a:t>
          </a:r>
        </a:p>
      </dgm:t>
    </dgm:pt>
    <dgm:pt modelId="{50E4600E-66BF-4897-8B64-C314127218CB}" type="parTrans" cxnId="{2CF66BC0-03D7-4DB3-AF5B-B5FB1887EB58}">
      <dgm:prSet/>
      <dgm:spPr/>
      <dgm:t>
        <a:bodyPr/>
        <a:lstStyle/>
        <a:p>
          <a:endParaRPr lang="en-US"/>
        </a:p>
      </dgm:t>
    </dgm:pt>
    <dgm:pt modelId="{87A5FD7D-EF69-4F27-8EDF-CFA9A56D8FBE}" type="sibTrans" cxnId="{2CF66BC0-03D7-4DB3-AF5B-B5FB1887EB58}">
      <dgm:prSet/>
      <dgm:spPr/>
      <dgm:t>
        <a:bodyPr/>
        <a:lstStyle/>
        <a:p>
          <a:endParaRPr lang="en-US"/>
        </a:p>
      </dgm:t>
    </dgm:pt>
    <dgm:pt modelId="{64AF35DC-8ABB-4B65-861E-320A77C94A79}">
      <dgm:prSet/>
      <dgm:spPr/>
      <dgm:t>
        <a:bodyPr/>
        <a:lstStyle/>
        <a:p>
          <a:r>
            <a:rPr lang="en-US"/>
            <a:t>Asignación automática de mesas por disponibilidad</a:t>
          </a:r>
        </a:p>
      </dgm:t>
    </dgm:pt>
    <dgm:pt modelId="{BEA78634-AD79-45EB-9992-EB52F22E59C9}" type="parTrans" cxnId="{9B99776B-DE3D-4546-9346-DCB7611AF0A5}">
      <dgm:prSet/>
      <dgm:spPr/>
      <dgm:t>
        <a:bodyPr/>
        <a:lstStyle/>
        <a:p>
          <a:endParaRPr lang="en-US"/>
        </a:p>
      </dgm:t>
    </dgm:pt>
    <dgm:pt modelId="{87B02E09-369B-4AA9-9DBD-B7BFCCF06574}" type="sibTrans" cxnId="{9B99776B-DE3D-4546-9346-DCB7611AF0A5}">
      <dgm:prSet/>
      <dgm:spPr/>
      <dgm:t>
        <a:bodyPr/>
        <a:lstStyle/>
        <a:p>
          <a:endParaRPr lang="en-US"/>
        </a:p>
      </dgm:t>
    </dgm:pt>
    <dgm:pt modelId="{65C9926C-13CC-427A-BF26-989CD65EE7D3}">
      <dgm:prSet/>
      <dgm:spPr/>
      <dgm:t>
        <a:bodyPr/>
        <a:lstStyle/>
        <a:p>
          <a:r>
            <a:rPr lang="en-US"/>
            <a:t>Notificaciones de confirmación o cambios vía email/SMS</a:t>
          </a:r>
        </a:p>
      </dgm:t>
    </dgm:pt>
    <dgm:pt modelId="{696BFC26-CB30-456A-A002-4C80F74666A1}" type="parTrans" cxnId="{B2D4A550-E4AB-47C5-B1AE-A858FACEA3CC}">
      <dgm:prSet/>
      <dgm:spPr/>
      <dgm:t>
        <a:bodyPr/>
        <a:lstStyle/>
        <a:p>
          <a:endParaRPr lang="en-US"/>
        </a:p>
      </dgm:t>
    </dgm:pt>
    <dgm:pt modelId="{36124318-C8D3-4AA6-AD5B-06B3D6DDD96B}" type="sibTrans" cxnId="{B2D4A550-E4AB-47C5-B1AE-A858FACEA3CC}">
      <dgm:prSet/>
      <dgm:spPr/>
      <dgm:t>
        <a:bodyPr/>
        <a:lstStyle/>
        <a:p>
          <a:endParaRPr lang="en-US"/>
        </a:p>
      </dgm:t>
    </dgm:pt>
    <dgm:pt modelId="{001935ED-EC04-4527-8BDE-6736385A3A1D}" type="pres">
      <dgm:prSet presAssocID="{8FABE5D0-79B9-4126-BE1C-80216771CC19}" presName="root" presStyleCnt="0">
        <dgm:presLayoutVars>
          <dgm:dir/>
          <dgm:resizeHandles val="exact"/>
        </dgm:presLayoutVars>
      </dgm:prSet>
      <dgm:spPr/>
    </dgm:pt>
    <dgm:pt modelId="{272BAA79-B0B5-44B6-9BBD-55D348A1BFD2}" type="pres">
      <dgm:prSet presAssocID="{079E680A-9814-4AFE-8D3C-85BBF6512A2B}" presName="compNode" presStyleCnt="0"/>
      <dgm:spPr/>
    </dgm:pt>
    <dgm:pt modelId="{15A388E5-BB05-442D-A707-3E5537C8D2C0}" type="pres">
      <dgm:prSet presAssocID="{079E680A-9814-4AFE-8D3C-85BBF6512A2B}" presName="bgRect" presStyleLbl="bgShp" presStyleIdx="0" presStyleCnt="5"/>
      <dgm:spPr/>
    </dgm:pt>
    <dgm:pt modelId="{380ED2A0-FB89-4186-BFA8-0AFDE185876F}" type="pres">
      <dgm:prSet presAssocID="{079E680A-9814-4AFE-8D3C-85BBF6512A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F6FCB134-E22D-4926-BAC6-EF34079BBEA7}" type="pres">
      <dgm:prSet presAssocID="{079E680A-9814-4AFE-8D3C-85BBF6512A2B}" presName="spaceRect" presStyleCnt="0"/>
      <dgm:spPr/>
    </dgm:pt>
    <dgm:pt modelId="{B2068524-03A3-456B-A4F5-08A42FD43702}" type="pres">
      <dgm:prSet presAssocID="{079E680A-9814-4AFE-8D3C-85BBF6512A2B}" presName="parTx" presStyleLbl="revTx" presStyleIdx="0" presStyleCnt="5">
        <dgm:presLayoutVars>
          <dgm:chMax val="0"/>
          <dgm:chPref val="0"/>
        </dgm:presLayoutVars>
      </dgm:prSet>
      <dgm:spPr/>
    </dgm:pt>
    <dgm:pt modelId="{0A738058-FBF7-4196-B3AD-6E9BCCAAFA7F}" type="pres">
      <dgm:prSet presAssocID="{9D39F031-9A24-4C14-8CA2-5DDB177B314F}" presName="sibTrans" presStyleCnt="0"/>
      <dgm:spPr/>
    </dgm:pt>
    <dgm:pt modelId="{38D7BAB8-7519-4166-8D5E-5B45633B22E0}" type="pres">
      <dgm:prSet presAssocID="{F5C5C80F-6AE5-4187-9622-EAD096F20A70}" presName="compNode" presStyleCnt="0"/>
      <dgm:spPr/>
    </dgm:pt>
    <dgm:pt modelId="{4AC61D30-33D0-428E-AF11-EF2F2A578942}" type="pres">
      <dgm:prSet presAssocID="{F5C5C80F-6AE5-4187-9622-EAD096F20A70}" presName="bgRect" presStyleLbl="bgShp" presStyleIdx="1" presStyleCnt="5"/>
      <dgm:spPr/>
    </dgm:pt>
    <dgm:pt modelId="{A3940B2B-E511-45B8-A49F-F145CF1B1E68}" type="pres">
      <dgm:prSet presAssocID="{F5C5C80F-6AE5-4187-9622-EAD096F20A7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AFF4082-36F4-4B75-9F46-7FAEB420CD3E}" type="pres">
      <dgm:prSet presAssocID="{F5C5C80F-6AE5-4187-9622-EAD096F20A70}" presName="spaceRect" presStyleCnt="0"/>
      <dgm:spPr/>
    </dgm:pt>
    <dgm:pt modelId="{5E1498DB-A0E6-45BA-A935-ADE4DD5C5F24}" type="pres">
      <dgm:prSet presAssocID="{F5C5C80F-6AE5-4187-9622-EAD096F20A70}" presName="parTx" presStyleLbl="revTx" presStyleIdx="1" presStyleCnt="5">
        <dgm:presLayoutVars>
          <dgm:chMax val="0"/>
          <dgm:chPref val="0"/>
        </dgm:presLayoutVars>
      </dgm:prSet>
      <dgm:spPr/>
    </dgm:pt>
    <dgm:pt modelId="{07AC3DEA-BA09-4136-9A8E-BED824216F24}" type="pres">
      <dgm:prSet presAssocID="{C2BEEACF-860F-4604-8BB0-700582DF9FF8}" presName="sibTrans" presStyleCnt="0"/>
      <dgm:spPr/>
    </dgm:pt>
    <dgm:pt modelId="{01847EB8-CD6E-4602-AE43-F7F3CA8ED77D}" type="pres">
      <dgm:prSet presAssocID="{418D2346-DFDA-4969-9564-8C1120A08356}" presName="compNode" presStyleCnt="0"/>
      <dgm:spPr/>
    </dgm:pt>
    <dgm:pt modelId="{F9426EAD-830F-4A28-88B4-8769E47B40B1}" type="pres">
      <dgm:prSet presAssocID="{418D2346-DFDA-4969-9564-8C1120A08356}" presName="bgRect" presStyleLbl="bgShp" presStyleIdx="2" presStyleCnt="5"/>
      <dgm:spPr/>
    </dgm:pt>
    <dgm:pt modelId="{73654806-7627-47B2-8582-A74ADC6D63E0}" type="pres">
      <dgm:prSet presAssocID="{418D2346-DFDA-4969-9564-8C1120A0835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5666DA9D-9ED7-4706-BEC1-993A59BBAFB3}" type="pres">
      <dgm:prSet presAssocID="{418D2346-DFDA-4969-9564-8C1120A08356}" presName="spaceRect" presStyleCnt="0"/>
      <dgm:spPr/>
    </dgm:pt>
    <dgm:pt modelId="{7D3F2C21-16FA-4E72-9381-55CAFC7C83E9}" type="pres">
      <dgm:prSet presAssocID="{418D2346-DFDA-4969-9564-8C1120A08356}" presName="parTx" presStyleLbl="revTx" presStyleIdx="2" presStyleCnt="5">
        <dgm:presLayoutVars>
          <dgm:chMax val="0"/>
          <dgm:chPref val="0"/>
        </dgm:presLayoutVars>
      </dgm:prSet>
      <dgm:spPr/>
    </dgm:pt>
    <dgm:pt modelId="{9EBE16D5-0E52-4EE6-AED3-F1CFAFACF872}" type="pres">
      <dgm:prSet presAssocID="{87A5FD7D-EF69-4F27-8EDF-CFA9A56D8FBE}" presName="sibTrans" presStyleCnt="0"/>
      <dgm:spPr/>
    </dgm:pt>
    <dgm:pt modelId="{5CFF3D89-CFCB-4A15-AA46-5E846D2B384F}" type="pres">
      <dgm:prSet presAssocID="{64AF35DC-8ABB-4B65-861E-320A77C94A79}" presName="compNode" presStyleCnt="0"/>
      <dgm:spPr/>
    </dgm:pt>
    <dgm:pt modelId="{C4AA0874-A266-4CC9-8140-4D7E4A23EB92}" type="pres">
      <dgm:prSet presAssocID="{64AF35DC-8ABB-4B65-861E-320A77C94A79}" presName="bgRect" presStyleLbl="bgShp" presStyleIdx="3" presStyleCnt="5"/>
      <dgm:spPr/>
    </dgm:pt>
    <dgm:pt modelId="{4CF6EBD7-B185-436D-B9FE-3969EAF07402}" type="pres">
      <dgm:prSet presAssocID="{64AF35DC-8ABB-4B65-861E-320A77C94A7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BE9DC0D6-062C-4C91-9AF8-E85B62E6A9CB}" type="pres">
      <dgm:prSet presAssocID="{64AF35DC-8ABB-4B65-861E-320A77C94A79}" presName="spaceRect" presStyleCnt="0"/>
      <dgm:spPr/>
    </dgm:pt>
    <dgm:pt modelId="{52D5259B-2D0B-4615-8F63-7E9947E27535}" type="pres">
      <dgm:prSet presAssocID="{64AF35DC-8ABB-4B65-861E-320A77C94A79}" presName="parTx" presStyleLbl="revTx" presStyleIdx="3" presStyleCnt="5">
        <dgm:presLayoutVars>
          <dgm:chMax val="0"/>
          <dgm:chPref val="0"/>
        </dgm:presLayoutVars>
      </dgm:prSet>
      <dgm:spPr/>
    </dgm:pt>
    <dgm:pt modelId="{620ABB86-3D66-4976-ACA3-E2097F651498}" type="pres">
      <dgm:prSet presAssocID="{87B02E09-369B-4AA9-9DBD-B7BFCCF06574}" presName="sibTrans" presStyleCnt="0"/>
      <dgm:spPr/>
    </dgm:pt>
    <dgm:pt modelId="{D6781777-48E4-469B-9CCC-5BA262AF8CD6}" type="pres">
      <dgm:prSet presAssocID="{65C9926C-13CC-427A-BF26-989CD65EE7D3}" presName="compNode" presStyleCnt="0"/>
      <dgm:spPr/>
    </dgm:pt>
    <dgm:pt modelId="{66EC394E-EE3A-474F-A64D-E46BC2CDBAA7}" type="pres">
      <dgm:prSet presAssocID="{65C9926C-13CC-427A-BF26-989CD65EE7D3}" presName="bgRect" presStyleLbl="bgShp" presStyleIdx="4" presStyleCnt="5"/>
      <dgm:spPr/>
    </dgm:pt>
    <dgm:pt modelId="{0030C443-E65A-4183-BCC3-880C38FEE0CE}" type="pres">
      <dgm:prSet presAssocID="{65C9926C-13CC-427A-BF26-989CD65EE7D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B5D349B3-FE71-4DF5-A295-46ED5989C3EE}" type="pres">
      <dgm:prSet presAssocID="{65C9926C-13CC-427A-BF26-989CD65EE7D3}" presName="spaceRect" presStyleCnt="0"/>
      <dgm:spPr/>
    </dgm:pt>
    <dgm:pt modelId="{CEAB4F86-E7AD-45BA-8C12-D6D0299452AC}" type="pres">
      <dgm:prSet presAssocID="{65C9926C-13CC-427A-BF26-989CD65EE7D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4C7275D-85DD-4511-BB85-1D614EF21B46}" srcId="{8FABE5D0-79B9-4126-BE1C-80216771CC19}" destId="{F5C5C80F-6AE5-4187-9622-EAD096F20A70}" srcOrd="1" destOrd="0" parTransId="{74B0DEB6-41A4-424F-8054-CC2115925152}" sibTransId="{C2BEEACF-860F-4604-8BB0-700582DF9FF8}"/>
    <dgm:cxn modelId="{9B99776B-DE3D-4546-9346-DCB7611AF0A5}" srcId="{8FABE5D0-79B9-4126-BE1C-80216771CC19}" destId="{64AF35DC-8ABB-4B65-861E-320A77C94A79}" srcOrd="3" destOrd="0" parTransId="{BEA78634-AD79-45EB-9992-EB52F22E59C9}" sibTransId="{87B02E09-369B-4AA9-9DBD-B7BFCCF06574}"/>
    <dgm:cxn modelId="{036E8A4F-E652-490D-B998-90C4C86780D5}" type="presOf" srcId="{65C9926C-13CC-427A-BF26-989CD65EE7D3}" destId="{CEAB4F86-E7AD-45BA-8C12-D6D0299452AC}" srcOrd="0" destOrd="0" presId="urn:microsoft.com/office/officeart/2018/2/layout/IconVerticalSolidList"/>
    <dgm:cxn modelId="{B2D4A550-E4AB-47C5-B1AE-A858FACEA3CC}" srcId="{8FABE5D0-79B9-4126-BE1C-80216771CC19}" destId="{65C9926C-13CC-427A-BF26-989CD65EE7D3}" srcOrd="4" destOrd="0" parTransId="{696BFC26-CB30-456A-A002-4C80F74666A1}" sibTransId="{36124318-C8D3-4AA6-AD5B-06B3D6DDD96B}"/>
    <dgm:cxn modelId="{96E7BA71-5122-45A8-83B0-15BBB13616BD}" type="presOf" srcId="{F5C5C80F-6AE5-4187-9622-EAD096F20A70}" destId="{5E1498DB-A0E6-45BA-A935-ADE4DD5C5F24}" srcOrd="0" destOrd="0" presId="urn:microsoft.com/office/officeart/2018/2/layout/IconVerticalSolidList"/>
    <dgm:cxn modelId="{584CB1B2-F4F3-4669-ACDD-79A38F82F9FE}" srcId="{8FABE5D0-79B9-4126-BE1C-80216771CC19}" destId="{079E680A-9814-4AFE-8D3C-85BBF6512A2B}" srcOrd="0" destOrd="0" parTransId="{496D3BB8-BA4B-4587-91CE-3A0C8866E5EA}" sibTransId="{9D39F031-9A24-4C14-8CA2-5DDB177B314F}"/>
    <dgm:cxn modelId="{2CF66BC0-03D7-4DB3-AF5B-B5FB1887EB58}" srcId="{8FABE5D0-79B9-4126-BE1C-80216771CC19}" destId="{418D2346-DFDA-4969-9564-8C1120A08356}" srcOrd="2" destOrd="0" parTransId="{50E4600E-66BF-4897-8B64-C314127218CB}" sibTransId="{87A5FD7D-EF69-4F27-8EDF-CFA9A56D8FBE}"/>
    <dgm:cxn modelId="{B3CD49C8-927F-429E-A0FF-1B2942360862}" type="presOf" srcId="{64AF35DC-8ABB-4B65-861E-320A77C94A79}" destId="{52D5259B-2D0B-4615-8F63-7E9947E27535}" srcOrd="0" destOrd="0" presId="urn:microsoft.com/office/officeart/2018/2/layout/IconVerticalSolidList"/>
    <dgm:cxn modelId="{553F78CD-4342-412A-9059-581187B9C2CF}" type="presOf" srcId="{418D2346-DFDA-4969-9564-8C1120A08356}" destId="{7D3F2C21-16FA-4E72-9381-55CAFC7C83E9}" srcOrd="0" destOrd="0" presId="urn:microsoft.com/office/officeart/2018/2/layout/IconVerticalSolidList"/>
    <dgm:cxn modelId="{03C715D6-7073-4540-9E10-926D7092B297}" type="presOf" srcId="{079E680A-9814-4AFE-8D3C-85BBF6512A2B}" destId="{B2068524-03A3-456B-A4F5-08A42FD43702}" srcOrd="0" destOrd="0" presId="urn:microsoft.com/office/officeart/2018/2/layout/IconVerticalSolidList"/>
    <dgm:cxn modelId="{D64E82DC-8CD7-40F2-9590-CD4B8933EC9B}" type="presOf" srcId="{8FABE5D0-79B9-4126-BE1C-80216771CC19}" destId="{001935ED-EC04-4527-8BDE-6736385A3A1D}" srcOrd="0" destOrd="0" presId="urn:microsoft.com/office/officeart/2018/2/layout/IconVerticalSolidList"/>
    <dgm:cxn modelId="{052E2D5F-C8C7-4687-8D54-F9E93DBA9E50}" type="presParOf" srcId="{001935ED-EC04-4527-8BDE-6736385A3A1D}" destId="{272BAA79-B0B5-44B6-9BBD-55D348A1BFD2}" srcOrd="0" destOrd="0" presId="urn:microsoft.com/office/officeart/2018/2/layout/IconVerticalSolidList"/>
    <dgm:cxn modelId="{7946AEF9-D71F-4B85-9B4E-8F1AFEC25E73}" type="presParOf" srcId="{272BAA79-B0B5-44B6-9BBD-55D348A1BFD2}" destId="{15A388E5-BB05-442D-A707-3E5537C8D2C0}" srcOrd="0" destOrd="0" presId="urn:microsoft.com/office/officeart/2018/2/layout/IconVerticalSolidList"/>
    <dgm:cxn modelId="{83F1A25C-6B36-4CCD-8D9B-46AA62F9A288}" type="presParOf" srcId="{272BAA79-B0B5-44B6-9BBD-55D348A1BFD2}" destId="{380ED2A0-FB89-4186-BFA8-0AFDE185876F}" srcOrd="1" destOrd="0" presId="urn:microsoft.com/office/officeart/2018/2/layout/IconVerticalSolidList"/>
    <dgm:cxn modelId="{65609423-6BA1-49EA-B82F-95DC8813BFB0}" type="presParOf" srcId="{272BAA79-B0B5-44B6-9BBD-55D348A1BFD2}" destId="{F6FCB134-E22D-4926-BAC6-EF34079BBEA7}" srcOrd="2" destOrd="0" presId="urn:microsoft.com/office/officeart/2018/2/layout/IconVerticalSolidList"/>
    <dgm:cxn modelId="{7AB3B1F7-C0DB-4330-9EC5-9C7521B14B82}" type="presParOf" srcId="{272BAA79-B0B5-44B6-9BBD-55D348A1BFD2}" destId="{B2068524-03A3-456B-A4F5-08A42FD43702}" srcOrd="3" destOrd="0" presId="urn:microsoft.com/office/officeart/2018/2/layout/IconVerticalSolidList"/>
    <dgm:cxn modelId="{0C8F2943-8795-405A-9A4D-780C8082176A}" type="presParOf" srcId="{001935ED-EC04-4527-8BDE-6736385A3A1D}" destId="{0A738058-FBF7-4196-B3AD-6E9BCCAAFA7F}" srcOrd="1" destOrd="0" presId="urn:microsoft.com/office/officeart/2018/2/layout/IconVerticalSolidList"/>
    <dgm:cxn modelId="{BA2A4F09-34EB-400B-AFA8-8F1E67E46EF5}" type="presParOf" srcId="{001935ED-EC04-4527-8BDE-6736385A3A1D}" destId="{38D7BAB8-7519-4166-8D5E-5B45633B22E0}" srcOrd="2" destOrd="0" presId="urn:microsoft.com/office/officeart/2018/2/layout/IconVerticalSolidList"/>
    <dgm:cxn modelId="{B1B48E24-1079-45BE-ADAB-D9489AD85019}" type="presParOf" srcId="{38D7BAB8-7519-4166-8D5E-5B45633B22E0}" destId="{4AC61D30-33D0-428E-AF11-EF2F2A578942}" srcOrd="0" destOrd="0" presId="urn:microsoft.com/office/officeart/2018/2/layout/IconVerticalSolidList"/>
    <dgm:cxn modelId="{E7C1E0D7-0583-4F5C-AE27-726E30F1709C}" type="presParOf" srcId="{38D7BAB8-7519-4166-8D5E-5B45633B22E0}" destId="{A3940B2B-E511-45B8-A49F-F145CF1B1E68}" srcOrd="1" destOrd="0" presId="urn:microsoft.com/office/officeart/2018/2/layout/IconVerticalSolidList"/>
    <dgm:cxn modelId="{8E9513FD-1F53-4517-9D30-31D0B6D2AD25}" type="presParOf" srcId="{38D7BAB8-7519-4166-8D5E-5B45633B22E0}" destId="{5AFF4082-36F4-4B75-9F46-7FAEB420CD3E}" srcOrd="2" destOrd="0" presId="urn:microsoft.com/office/officeart/2018/2/layout/IconVerticalSolidList"/>
    <dgm:cxn modelId="{428E0B77-D4AB-4E39-AA39-80AC29D7A3A3}" type="presParOf" srcId="{38D7BAB8-7519-4166-8D5E-5B45633B22E0}" destId="{5E1498DB-A0E6-45BA-A935-ADE4DD5C5F24}" srcOrd="3" destOrd="0" presId="urn:microsoft.com/office/officeart/2018/2/layout/IconVerticalSolidList"/>
    <dgm:cxn modelId="{A7BA04B2-0E0C-432D-AC8F-FA6258E8BE28}" type="presParOf" srcId="{001935ED-EC04-4527-8BDE-6736385A3A1D}" destId="{07AC3DEA-BA09-4136-9A8E-BED824216F24}" srcOrd="3" destOrd="0" presId="urn:microsoft.com/office/officeart/2018/2/layout/IconVerticalSolidList"/>
    <dgm:cxn modelId="{AC68CD3B-EF1E-40EB-A4A6-BBF003A1498C}" type="presParOf" srcId="{001935ED-EC04-4527-8BDE-6736385A3A1D}" destId="{01847EB8-CD6E-4602-AE43-F7F3CA8ED77D}" srcOrd="4" destOrd="0" presId="urn:microsoft.com/office/officeart/2018/2/layout/IconVerticalSolidList"/>
    <dgm:cxn modelId="{2DA31525-2826-4451-BF56-4D7F83A48406}" type="presParOf" srcId="{01847EB8-CD6E-4602-AE43-F7F3CA8ED77D}" destId="{F9426EAD-830F-4A28-88B4-8769E47B40B1}" srcOrd="0" destOrd="0" presId="urn:microsoft.com/office/officeart/2018/2/layout/IconVerticalSolidList"/>
    <dgm:cxn modelId="{77B9EFF8-B708-4A75-A400-81A166FFD94A}" type="presParOf" srcId="{01847EB8-CD6E-4602-AE43-F7F3CA8ED77D}" destId="{73654806-7627-47B2-8582-A74ADC6D63E0}" srcOrd="1" destOrd="0" presId="urn:microsoft.com/office/officeart/2018/2/layout/IconVerticalSolidList"/>
    <dgm:cxn modelId="{E40A5DA6-B8D1-4DD2-A4FC-A4859D545A06}" type="presParOf" srcId="{01847EB8-CD6E-4602-AE43-F7F3CA8ED77D}" destId="{5666DA9D-9ED7-4706-BEC1-993A59BBAFB3}" srcOrd="2" destOrd="0" presId="urn:microsoft.com/office/officeart/2018/2/layout/IconVerticalSolidList"/>
    <dgm:cxn modelId="{83D875A5-0FE6-4E71-A17F-58A335C4731C}" type="presParOf" srcId="{01847EB8-CD6E-4602-AE43-F7F3CA8ED77D}" destId="{7D3F2C21-16FA-4E72-9381-55CAFC7C83E9}" srcOrd="3" destOrd="0" presId="urn:microsoft.com/office/officeart/2018/2/layout/IconVerticalSolidList"/>
    <dgm:cxn modelId="{58BF31EE-ACB5-45B9-BAF2-0489A4226F2F}" type="presParOf" srcId="{001935ED-EC04-4527-8BDE-6736385A3A1D}" destId="{9EBE16D5-0E52-4EE6-AED3-F1CFAFACF872}" srcOrd="5" destOrd="0" presId="urn:microsoft.com/office/officeart/2018/2/layout/IconVerticalSolidList"/>
    <dgm:cxn modelId="{F51D1D8D-3AB5-475E-A184-37C243710AB3}" type="presParOf" srcId="{001935ED-EC04-4527-8BDE-6736385A3A1D}" destId="{5CFF3D89-CFCB-4A15-AA46-5E846D2B384F}" srcOrd="6" destOrd="0" presId="urn:microsoft.com/office/officeart/2018/2/layout/IconVerticalSolidList"/>
    <dgm:cxn modelId="{E9F8C014-98B6-43A3-A8FA-A9BEFEA50CA2}" type="presParOf" srcId="{5CFF3D89-CFCB-4A15-AA46-5E846D2B384F}" destId="{C4AA0874-A266-4CC9-8140-4D7E4A23EB92}" srcOrd="0" destOrd="0" presId="urn:microsoft.com/office/officeart/2018/2/layout/IconVerticalSolidList"/>
    <dgm:cxn modelId="{202084D7-B5C0-49B2-A4EF-DE4153909549}" type="presParOf" srcId="{5CFF3D89-CFCB-4A15-AA46-5E846D2B384F}" destId="{4CF6EBD7-B185-436D-B9FE-3969EAF07402}" srcOrd="1" destOrd="0" presId="urn:microsoft.com/office/officeart/2018/2/layout/IconVerticalSolidList"/>
    <dgm:cxn modelId="{10C71F7A-A968-4A5B-BD4B-134F9A26C3EB}" type="presParOf" srcId="{5CFF3D89-CFCB-4A15-AA46-5E846D2B384F}" destId="{BE9DC0D6-062C-4C91-9AF8-E85B62E6A9CB}" srcOrd="2" destOrd="0" presId="urn:microsoft.com/office/officeart/2018/2/layout/IconVerticalSolidList"/>
    <dgm:cxn modelId="{DEA78B6D-0E85-44CE-BAA4-AAFD0F68514C}" type="presParOf" srcId="{5CFF3D89-CFCB-4A15-AA46-5E846D2B384F}" destId="{52D5259B-2D0B-4615-8F63-7E9947E27535}" srcOrd="3" destOrd="0" presId="urn:microsoft.com/office/officeart/2018/2/layout/IconVerticalSolidList"/>
    <dgm:cxn modelId="{C4FD2EF3-54F4-4048-B419-AF56A9003C5F}" type="presParOf" srcId="{001935ED-EC04-4527-8BDE-6736385A3A1D}" destId="{620ABB86-3D66-4976-ACA3-E2097F651498}" srcOrd="7" destOrd="0" presId="urn:microsoft.com/office/officeart/2018/2/layout/IconVerticalSolidList"/>
    <dgm:cxn modelId="{70AAE67F-0489-4403-95B8-6F7497318738}" type="presParOf" srcId="{001935ED-EC04-4527-8BDE-6736385A3A1D}" destId="{D6781777-48E4-469B-9CCC-5BA262AF8CD6}" srcOrd="8" destOrd="0" presId="urn:microsoft.com/office/officeart/2018/2/layout/IconVerticalSolidList"/>
    <dgm:cxn modelId="{619F55E5-2E4B-4100-AAA6-55BED57DF4F8}" type="presParOf" srcId="{D6781777-48E4-469B-9CCC-5BA262AF8CD6}" destId="{66EC394E-EE3A-474F-A64D-E46BC2CDBAA7}" srcOrd="0" destOrd="0" presId="urn:microsoft.com/office/officeart/2018/2/layout/IconVerticalSolidList"/>
    <dgm:cxn modelId="{A28FECEE-17A5-4D55-AF81-6034217575AC}" type="presParOf" srcId="{D6781777-48E4-469B-9CCC-5BA262AF8CD6}" destId="{0030C443-E65A-4183-BCC3-880C38FEE0CE}" srcOrd="1" destOrd="0" presId="urn:microsoft.com/office/officeart/2018/2/layout/IconVerticalSolidList"/>
    <dgm:cxn modelId="{896C5BDB-ED56-4C35-A8BE-8FCBE6F0492B}" type="presParOf" srcId="{D6781777-48E4-469B-9CCC-5BA262AF8CD6}" destId="{B5D349B3-FE71-4DF5-A295-46ED5989C3EE}" srcOrd="2" destOrd="0" presId="urn:microsoft.com/office/officeart/2018/2/layout/IconVerticalSolidList"/>
    <dgm:cxn modelId="{AD80EAE9-1B2E-42CB-B24D-93A496E25FE7}" type="presParOf" srcId="{D6781777-48E4-469B-9CCC-5BA262AF8CD6}" destId="{CEAB4F86-E7AD-45BA-8C12-D6D0299452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A797EF-2CBA-424F-9F84-1834ED75416A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F0D540C-4E42-4C76-A6EA-1C475510A41A}">
      <dgm:prSet/>
      <dgm:spPr/>
      <dgm:t>
        <a:bodyPr/>
        <a:lstStyle/>
        <a:p>
          <a:r>
            <a:rPr lang="en-US"/>
            <a:t>Registro y login de clientes implementados</a:t>
          </a:r>
        </a:p>
      </dgm:t>
    </dgm:pt>
    <dgm:pt modelId="{C6CE34CF-D08E-4A00-8CF8-27E0C5663963}" type="parTrans" cxnId="{866DC6AF-7646-4EF1-9B6F-D562756D7156}">
      <dgm:prSet/>
      <dgm:spPr/>
      <dgm:t>
        <a:bodyPr/>
        <a:lstStyle/>
        <a:p>
          <a:endParaRPr lang="en-US"/>
        </a:p>
      </dgm:t>
    </dgm:pt>
    <dgm:pt modelId="{B1EF19AD-58AA-45DD-9B9B-7B1D5263564F}" type="sibTrans" cxnId="{866DC6AF-7646-4EF1-9B6F-D562756D7156}">
      <dgm:prSet/>
      <dgm:spPr/>
      <dgm:t>
        <a:bodyPr/>
        <a:lstStyle/>
        <a:p>
          <a:endParaRPr lang="en-US"/>
        </a:p>
      </dgm:t>
    </dgm:pt>
    <dgm:pt modelId="{73896EEB-7D4E-4D5C-A19E-134093F48DC0}">
      <dgm:prSet/>
      <dgm:spPr/>
      <dgm:t>
        <a:bodyPr/>
        <a:lstStyle/>
        <a:p>
          <a:r>
            <a:rPr lang="en-US"/>
            <a:t>Vista de disponibilidad de mesas funcional</a:t>
          </a:r>
        </a:p>
      </dgm:t>
    </dgm:pt>
    <dgm:pt modelId="{25B09CF0-2536-4AA9-B054-23F697A6731D}" type="parTrans" cxnId="{E326310B-2D52-420A-9CA8-70BA6ABE7935}">
      <dgm:prSet/>
      <dgm:spPr/>
      <dgm:t>
        <a:bodyPr/>
        <a:lstStyle/>
        <a:p>
          <a:endParaRPr lang="en-US"/>
        </a:p>
      </dgm:t>
    </dgm:pt>
    <dgm:pt modelId="{AFC0C522-07B9-46D1-AD4A-59E0B32EC095}" type="sibTrans" cxnId="{E326310B-2D52-420A-9CA8-70BA6ABE7935}">
      <dgm:prSet/>
      <dgm:spPr/>
      <dgm:t>
        <a:bodyPr/>
        <a:lstStyle/>
        <a:p>
          <a:endParaRPr lang="en-US"/>
        </a:p>
      </dgm:t>
    </dgm:pt>
    <dgm:pt modelId="{80E9A41C-945E-4D8D-873F-188B9B055659}">
      <dgm:prSet/>
      <dgm:spPr/>
      <dgm:t>
        <a:bodyPr/>
        <a:lstStyle/>
        <a:p>
          <a:r>
            <a:rPr lang="en-US"/>
            <a:t>Sistema de reservas operando</a:t>
          </a:r>
        </a:p>
      </dgm:t>
    </dgm:pt>
    <dgm:pt modelId="{EC9EF93C-5262-4537-A292-FCD1F12D897F}" type="parTrans" cxnId="{DB3C0BDF-ABBB-418E-B865-80C88841542D}">
      <dgm:prSet/>
      <dgm:spPr/>
      <dgm:t>
        <a:bodyPr/>
        <a:lstStyle/>
        <a:p>
          <a:endParaRPr lang="en-US"/>
        </a:p>
      </dgm:t>
    </dgm:pt>
    <dgm:pt modelId="{CB143076-BACD-4F9D-98CB-5B780C796F01}" type="sibTrans" cxnId="{DB3C0BDF-ABBB-418E-B865-80C88841542D}">
      <dgm:prSet/>
      <dgm:spPr/>
      <dgm:t>
        <a:bodyPr/>
        <a:lstStyle/>
        <a:p>
          <a:endParaRPr lang="en-US"/>
        </a:p>
      </dgm:t>
    </dgm:pt>
    <dgm:pt modelId="{B8C153F7-2E72-4D2B-8E91-F3474170C97A}">
      <dgm:prSet/>
      <dgm:spPr/>
      <dgm:t>
        <a:bodyPr/>
        <a:lstStyle/>
        <a:p>
          <a:r>
            <a:rPr lang="en-US"/>
            <a:t>Panel de administración para mesas y reservas</a:t>
          </a:r>
        </a:p>
      </dgm:t>
    </dgm:pt>
    <dgm:pt modelId="{11D29978-6022-4638-8298-31A4113B6C00}" type="parTrans" cxnId="{EAD0492A-E3AD-48B6-B052-53148BE38551}">
      <dgm:prSet/>
      <dgm:spPr/>
      <dgm:t>
        <a:bodyPr/>
        <a:lstStyle/>
        <a:p>
          <a:endParaRPr lang="en-US"/>
        </a:p>
      </dgm:t>
    </dgm:pt>
    <dgm:pt modelId="{DBB5648B-0750-4D4A-83E1-4F18890B7DC1}" type="sibTrans" cxnId="{EAD0492A-E3AD-48B6-B052-53148BE38551}">
      <dgm:prSet/>
      <dgm:spPr/>
      <dgm:t>
        <a:bodyPr/>
        <a:lstStyle/>
        <a:p>
          <a:endParaRPr lang="en-US"/>
        </a:p>
      </dgm:t>
    </dgm:pt>
    <dgm:pt modelId="{F9F8E9AE-4834-4217-B751-DFDCED29551A}">
      <dgm:prSet/>
      <dgm:spPr/>
      <dgm:t>
        <a:bodyPr/>
        <a:lstStyle/>
        <a:p>
          <a:r>
            <a:rPr lang="en-US"/>
            <a:t>Base de datos conectada y operativa</a:t>
          </a:r>
        </a:p>
      </dgm:t>
    </dgm:pt>
    <dgm:pt modelId="{176AD4D9-18A2-4BB5-B4E2-A88AAB757DC9}" type="parTrans" cxnId="{D3F24EE6-32FC-48DA-97D3-400860E1FCC6}">
      <dgm:prSet/>
      <dgm:spPr/>
      <dgm:t>
        <a:bodyPr/>
        <a:lstStyle/>
        <a:p>
          <a:endParaRPr lang="en-US"/>
        </a:p>
      </dgm:t>
    </dgm:pt>
    <dgm:pt modelId="{85A4BB11-4A0A-4046-A58F-7E78DD4F5D5B}" type="sibTrans" cxnId="{D3F24EE6-32FC-48DA-97D3-400860E1FCC6}">
      <dgm:prSet/>
      <dgm:spPr/>
      <dgm:t>
        <a:bodyPr/>
        <a:lstStyle/>
        <a:p>
          <a:endParaRPr lang="en-US"/>
        </a:p>
      </dgm:t>
    </dgm:pt>
    <dgm:pt modelId="{F34F494B-CBB7-4840-8E3B-DE7460CD2EC4}">
      <dgm:prSet/>
      <dgm:spPr/>
      <dgm:t>
        <a:bodyPr/>
        <a:lstStyle/>
        <a:p>
          <a:r>
            <a:rPr lang="en-US"/>
            <a:t>Diseño de interfaz amigable (versión beta)</a:t>
          </a:r>
        </a:p>
      </dgm:t>
    </dgm:pt>
    <dgm:pt modelId="{F4940645-7FB0-4397-B70C-4BC85BD6DD20}" type="parTrans" cxnId="{C70A968C-CD36-4397-9EAA-D464127CF87C}">
      <dgm:prSet/>
      <dgm:spPr/>
      <dgm:t>
        <a:bodyPr/>
        <a:lstStyle/>
        <a:p>
          <a:endParaRPr lang="en-US"/>
        </a:p>
      </dgm:t>
    </dgm:pt>
    <dgm:pt modelId="{FB31C4A1-6266-4F83-A808-3575DD5D9C8B}" type="sibTrans" cxnId="{C70A968C-CD36-4397-9EAA-D464127CF87C}">
      <dgm:prSet/>
      <dgm:spPr/>
      <dgm:t>
        <a:bodyPr/>
        <a:lstStyle/>
        <a:p>
          <a:endParaRPr lang="en-US"/>
        </a:p>
      </dgm:t>
    </dgm:pt>
    <dgm:pt modelId="{AC582016-462C-47E6-8608-3300CFA3C4C7}" type="pres">
      <dgm:prSet presAssocID="{B9A797EF-2CBA-424F-9F84-1834ED75416A}" presName="Name0" presStyleCnt="0">
        <dgm:presLayoutVars>
          <dgm:dir/>
          <dgm:resizeHandles val="exact"/>
        </dgm:presLayoutVars>
      </dgm:prSet>
      <dgm:spPr/>
    </dgm:pt>
    <dgm:pt modelId="{32185BCC-2D74-46DA-8D86-9C5A6475EABD}" type="pres">
      <dgm:prSet presAssocID="{2F0D540C-4E42-4C76-A6EA-1C475510A41A}" presName="node" presStyleLbl="node1" presStyleIdx="0" presStyleCnt="6">
        <dgm:presLayoutVars>
          <dgm:bulletEnabled val="1"/>
        </dgm:presLayoutVars>
      </dgm:prSet>
      <dgm:spPr/>
    </dgm:pt>
    <dgm:pt modelId="{5C7ADC35-FEEE-483B-A6AC-0027B966631D}" type="pres">
      <dgm:prSet presAssocID="{B1EF19AD-58AA-45DD-9B9B-7B1D5263564F}" presName="sibTrans" presStyleLbl="sibTrans1D1" presStyleIdx="0" presStyleCnt="5"/>
      <dgm:spPr/>
    </dgm:pt>
    <dgm:pt modelId="{D61B610C-FCDD-4D70-B5DB-464DDAF8994D}" type="pres">
      <dgm:prSet presAssocID="{B1EF19AD-58AA-45DD-9B9B-7B1D5263564F}" presName="connectorText" presStyleLbl="sibTrans1D1" presStyleIdx="0" presStyleCnt="5"/>
      <dgm:spPr/>
    </dgm:pt>
    <dgm:pt modelId="{632A6F85-F700-45D1-8491-21001B545DDB}" type="pres">
      <dgm:prSet presAssocID="{73896EEB-7D4E-4D5C-A19E-134093F48DC0}" presName="node" presStyleLbl="node1" presStyleIdx="1" presStyleCnt="6">
        <dgm:presLayoutVars>
          <dgm:bulletEnabled val="1"/>
        </dgm:presLayoutVars>
      </dgm:prSet>
      <dgm:spPr/>
    </dgm:pt>
    <dgm:pt modelId="{74F7EDBE-03EC-4D94-9062-A12B6B590C45}" type="pres">
      <dgm:prSet presAssocID="{AFC0C522-07B9-46D1-AD4A-59E0B32EC095}" presName="sibTrans" presStyleLbl="sibTrans1D1" presStyleIdx="1" presStyleCnt="5"/>
      <dgm:spPr/>
    </dgm:pt>
    <dgm:pt modelId="{0DFF925E-8A8C-46E9-B3BB-A02303149B3F}" type="pres">
      <dgm:prSet presAssocID="{AFC0C522-07B9-46D1-AD4A-59E0B32EC095}" presName="connectorText" presStyleLbl="sibTrans1D1" presStyleIdx="1" presStyleCnt="5"/>
      <dgm:spPr/>
    </dgm:pt>
    <dgm:pt modelId="{A77B653B-8EAE-4597-B3E6-E7B94A100335}" type="pres">
      <dgm:prSet presAssocID="{80E9A41C-945E-4D8D-873F-188B9B055659}" presName="node" presStyleLbl="node1" presStyleIdx="2" presStyleCnt="6">
        <dgm:presLayoutVars>
          <dgm:bulletEnabled val="1"/>
        </dgm:presLayoutVars>
      </dgm:prSet>
      <dgm:spPr/>
    </dgm:pt>
    <dgm:pt modelId="{DBBFC1BC-0363-4416-88BE-EE1AF0AA425F}" type="pres">
      <dgm:prSet presAssocID="{CB143076-BACD-4F9D-98CB-5B780C796F01}" presName="sibTrans" presStyleLbl="sibTrans1D1" presStyleIdx="2" presStyleCnt="5"/>
      <dgm:spPr/>
    </dgm:pt>
    <dgm:pt modelId="{CB2E380C-D027-4B85-93AD-7D26E54E2F93}" type="pres">
      <dgm:prSet presAssocID="{CB143076-BACD-4F9D-98CB-5B780C796F01}" presName="connectorText" presStyleLbl="sibTrans1D1" presStyleIdx="2" presStyleCnt="5"/>
      <dgm:spPr/>
    </dgm:pt>
    <dgm:pt modelId="{66EE0AD5-42A0-4B07-952C-58F27626870B}" type="pres">
      <dgm:prSet presAssocID="{B8C153F7-2E72-4D2B-8E91-F3474170C97A}" presName="node" presStyleLbl="node1" presStyleIdx="3" presStyleCnt="6">
        <dgm:presLayoutVars>
          <dgm:bulletEnabled val="1"/>
        </dgm:presLayoutVars>
      </dgm:prSet>
      <dgm:spPr/>
    </dgm:pt>
    <dgm:pt modelId="{A04C6379-301D-4004-91E3-306C2BC41441}" type="pres">
      <dgm:prSet presAssocID="{DBB5648B-0750-4D4A-83E1-4F18890B7DC1}" presName="sibTrans" presStyleLbl="sibTrans1D1" presStyleIdx="3" presStyleCnt="5"/>
      <dgm:spPr/>
    </dgm:pt>
    <dgm:pt modelId="{6B8CDD8A-FDD3-4DF7-A14E-56A576B6985F}" type="pres">
      <dgm:prSet presAssocID="{DBB5648B-0750-4D4A-83E1-4F18890B7DC1}" presName="connectorText" presStyleLbl="sibTrans1D1" presStyleIdx="3" presStyleCnt="5"/>
      <dgm:spPr/>
    </dgm:pt>
    <dgm:pt modelId="{B946D1E7-CC5D-4D64-8004-634259F1D14E}" type="pres">
      <dgm:prSet presAssocID="{F9F8E9AE-4834-4217-B751-DFDCED29551A}" presName="node" presStyleLbl="node1" presStyleIdx="4" presStyleCnt="6">
        <dgm:presLayoutVars>
          <dgm:bulletEnabled val="1"/>
        </dgm:presLayoutVars>
      </dgm:prSet>
      <dgm:spPr/>
    </dgm:pt>
    <dgm:pt modelId="{94606F91-258A-4FE1-8A32-BB61DF029D13}" type="pres">
      <dgm:prSet presAssocID="{85A4BB11-4A0A-4046-A58F-7E78DD4F5D5B}" presName="sibTrans" presStyleLbl="sibTrans1D1" presStyleIdx="4" presStyleCnt="5"/>
      <dgm:spPr/>
    </dgm:pt>
    <dgm:pt modelId="{2E1187D1-F1D7-4F17-9D7E-4C54487CD50F}" type="pres">
      <dgm:prSet presAssocID="{85A4BB11-4A0A-4046-A58F-7E78DD4F5D5B}" presName="connectorText" presStyleLbl="sibTrans1D1" presStyleIdx="4" presStyleCnt="5"/>
      <dgm:spPr/>
    </dgm:pt>
    <dgm:pt modelId="{E8C7C290-E23D-4E70-9C9C-FE60EE95A41D}" type="pres">
      <dgm:prSet presAssocID="{F34F494B-CBB7-4840-8E3B-DE7460CD2EC4}" presName="node" presStyleLbl="node1" presStyleIdx="5" presStyleCnt="6">
        <dgm:presLayoutVars>
          <dgm:bulletEnabled val="1"/>
        </dgm:presLayoutVars>
      </dgm:prSet>
      <dgm:spPr/>
    </dgm:pt>
  </dgm:ptLst>
  <dgm:cxnLst>
    <dgm:cxn modelId="{D68B3807-5007-419B-A3F8-C1E9C95FA60B}" type="presOf" srcId="{DBB5648B-0750-4D4A-83E1-4F18890B7DC1}" destId="{A04C6379-301D-4004-91E3-306C2BC41441}" srcOrd="0" destOrd="0" presId="urn:microsoft.com/office/officeart/2016/7/layout/RepeatingBendingProcessNew"/>
    <dgm:cxn modelId="{B9907509-407D-4838-9F10-32EDCD367F3A}" type="presOf" srcId="{CB143076-BACD-4F9D-98CB-5B780C796F01}" destId="{CB2E380C-D027-4B85-93AD-7D26E54E2F93}" srcOrd="1" destOrd="0" presId="urn:microsoft.com/office/officeart/2016/7/layout/RepeatingBendingProcessNew"/>
    <dgm:cxn modelId="{8E729509-9C5D-4AA2-85A6-FB6B39F58B41}" type="presOf" srcId="{73896EEB-7D4E-4D5C-A19E-134093F48DC0}" destId="{632A6F85-F700-45D1-8491-21001B545DDB}" srcOrd="0" destOrd="0" presId="urn:microsoft.com/office/officeart/2016/7/layout/RepeatingBendingProcessNew"/>
    <dgm:cxn modelId="{E326310B-2D52-420A-9CA8-70BA6ABE7935}" srcId="{B9A797EF-2CBA-424F-9F84-1834ED75416A}" destId="{73896EEB-7D4E-4D5C-A19E-134093F48DC0}" srcOrd="1" destOrd="0" parTransId="{25B09CF0-2536-4AA9-B054-23F697A6731D}" sibTransId="{AFC0C522-07B9-46D1-AD4A-59E0B32EC095}"/>
    <dgm:cxn modelId="{EAD0492A-E3AD-48B6-B052-53148BE38551}" srcId="{B9A797EF-2CBA-424F-9F84-1834ED75416A}" destId="{B8C153F7-2E72-4D2B-8E91-F3474170C97A}" srcOrd="3" destOrd="0" parTransId="{11D29978-6022-4638-8298-31A4113B6C00}" sibTransId="{DBB5648B-0750-4D4A-83E1-4F18890B7DC1}"/>
    <dgm:cxn modelId="{6BDC7D35-2381-45FC-985E-B3F00DDFE938}" type="presOf" srcId="{B1EF19AD-58AA-45DD-9B9B-7B1D5263564F}" destId="{D61B610C-FCDD-4D70-B5DB-464DDAF8994D}" srcOrd="1" destOrd="0" presId="urn:microsoft.com/office/officeart/2016/7/layout/RepeatingBendingProcessNew"/>
    <dgm:cxn modelId="{01377938-B1A6-4D63-9DDB-1F480C1420DD}" type="presOf" srcId="{F34F494B-CBB7-4840-8E3B-DE7460CD2EC4}" destId="{E8C7C290-E23D-4E70-9C9C-FE60EE95A41D}" srcOrd="0" destOrd="0" presId="urn:microsoft.com/office/officeart/2016/7/layout/RepeatingBendingProcessNew"/>
    <dgm:cxn modelId="{FFCE3D3A-AE63-488C-880C-C7CD385C8AD1}" type="presOf" srcId="{B8C153F7-2E72-4D2B-8E91-F3474170C97A}" destId="{66EE0AD5-42A0-4B07-952C-58F27626870B}" srcOrd="0" destOrd="0" presId="urn:microsoft.com/office/officeart/2016/7/layout/RepeatingBendingProcessNew"/>
    <dgm:cxn modelId="{D63A065D-FB5D-4366-A6FC-D408E892BF54}" type="presOf" srcId="{B9A797EF-2CBA-424F-9F84-1834ED75416A}" destId="{AC582016-462C-47E6-8608-3300CFA3C4C7}" srcOrd="0" destOrd="0" presId="urn:microsoft.com/office/officeart/2016/7/layout/RepeatingBendingProcessNew"/>
    <dgm:cxn modelId="{83526263-B256-4F0B-911A-F36C819BE64C}" type="presOf" srcId="{AFC0C522-07B9-46D1-AD4A-59E0B32EC095}" destId="{0DFF925E-8A8C-46E9-B3BB-A02303149B3F}" srcOrd="1" destOrd="0" presId="urn:microsoft.com/office/officeart/2016/7/layout/RepeatingBendingProcessNew"/>
    <dgm:cxn modelId="{B9586E49-EE13-4D17-BEB8-165B03824068}" type="presOf" srcId="{B1EF19AD-58AA-45DD-9B9B-7B1D5263564F}" destId="{5C7ADC35-FEEE-483B-A6AC-0027B966631D}" srcOrd="0" destOrd="0" presId="urn:microsoft.com/office/officeart/2016/7/layout/RepeatingBendingProcessNew"/>
    <dgm:cxn modelId="{4EF7D17D-8194-48D7-825A-945D5628AE59}" type="presOf" srcId="{DBB5648B-0750-4D4A-83E1-4F18890B7DC1}" destId="{6B8CDD8A-FDD3-4DF7-A14E-56A576B6985F}" srcOrd="1" destOrd="0" presId="urn:microsoft.com/office/officeart/2016/7/layout/RepeatingBendingProcessNew"/>
    <dgm:cxn modelId="{FA95AE83-90A1-4248-BDAA-D8A32F003C17}" type="presOf" srcId="{80E9A41C-945E-4D8D-873F-188B9B055659}" destId="{A77B653B-8EAE-4597-B3E6-E7B94A100335}" srcOrd="0" destOrd="0" presId="urn:microsoft.com/office/officeart/2016/7/layout/RepeatingBendingProcessNew"/>
    <dgm:cxn modelId="{C70A968C-CD36-4397-9EAA-D464127CF87C}" srcId="{B9A797EF-2CBA-424F-9F84-1834ED75416A}" destId="{F34F494B-CBB7-4840-8E3B-DE7460CD2EC4}" srcOrd="5" destOrd="0" parTransId="{F4940645-7FB0-4397-B70C-4BC85BD6DD20}" sibTransId="{FB31C4A1-6266-4F83-A808-3575DD5D9C8B}"/>
    <dgm:cxn modelId="{866DC6AF-7646-4EF1-9B6F-D562756D7156}" srcId="{B9A797EF-2CBA-424F-9F84-1834ED75416A}" destId="{2F0D540C-4E42-4C76-A6EA-1C475510A41A}" srcOrd="0" destOrd="0" parTransId="{C6CE34CF-D08E-4A00-8CF8-27E0C5663963}" sibTransId="{B1EF19AD-58AA-45DD-9B9B-7B1D5263564F}"/>
    <dgm:cxn modelId="{10B2D0C0-C628-40CC-B1BD-EE496AE693BF}" type="presOf" srcId="{F9F8E9AE-4834-4217-B751-DFDCED29551A}" destId="{B946D1E7-CC5D-4D64-8004-634259F1D14E}" srcOrd="0" destOrd="0" presId="urn:microsoft.com/office/officeart/2016/7/layout/RepeatingBendingProcessNew"/>
    <dgm:cxn modelId="{A3FB8AD1-F83D-49A5-8B72-C189E26D354E}" type="presOf" srcId="{85A4BB11-4A0A-4046-A58F-7E78DD4F5D5B}" destId="{2E1187D1-F1D7-4F17-9D7E-4C54487CD50F}" srcOrd="1" destOrd="0" presId="urn:microsoft.com/office/officeart/2016/7/layout/RepeatingBendingProcessNew"/>
    <dgm:cxn modelId="{8E8902D4-82A4-4BF2-B67F-FC68595AD375}" type="presOf" srcId="{85A4BB11-4A0A-4046-A58F-7E78DD4F5D5B}" destId="{94606F91-258A-4FE1-8A32-BB61DF029D13}" srcOrd="0" destOrd="0" presId="urn:microsoft.com/office/officeart/2016/7/layout/RepeatingBendingProcessNew"/>
    <dgm:cxn modelId="{29D88CD4-C7F2-4D05-9D7D-0C6AE83ED2A2}" type="presOf" srcId="{CB143076-BACD-4F9D-98CB-5B780C796F01}" destId="{DBBFC1BC-0363-4416-88BE-EE1AF0AA425F}" srcOrd="0" destOrd="0" presId="urn:microsoft.com/office/officeart/2016/7/layout/RepeatingBendingProcessNew"/>
    <dgm:cxn modelId="{DB3C0BDF-ABBB-418E-B865-80C88841542D}" srcId="{B9A797EF-2CBA-424F-9F84-1834ED75416A}" destId="{80E9A41C-945E-4D8D-873F-188B9B055659}" srcOrd="2" destOrd="0" parTransId="{EC9EF93C-5262-4537-A292-FCD1F12D897F}" sibTransId="{CB143076-BACD-4F9D-98CB-5B780C796F01}"/>
    <dgm:cxn modelId="{D3F24EE6-32FC-48DA-97D3-400860E1FCC6}" srcId="{B9A797EF-2CBA-424F-9F84-1834ED75416A}" destId="{F9F8E9AE-4834-4217-B751-DFDCED29551A}" srcOrd="4" destOrd="0" parTransId="{176AD4D9-18A2-4BB5-B4E2-A88AAB757DC9}" sibTransId="{85A4BB11-4A0A-4046-A58F-7E78DD4F5D5B}"/>
    <dgm:cxn modelId="{FACF2BED-6AC0-49A7-9BE6-9A271DD7A69A}" type="presOf" srcId="{2F0D540C-4E42-4C76-A6EA-1C475510A41A}" destId="{32185BCC-2D74-46DA-8D86-9C5A6475EABD}" srcOrd="0" destOrd="0" presId="urn:microsoft.com/office/officeart/2016/7/layout/RepeatingBendingProcessNew"/>
    <dgm:cxn modelId="{EA2F26F6-E4C7-4B76-8D7A-4A82CFCDD3E4}" type="presOf" srcId="{AFC0C522-07B9-46D1-AD4A-59E0B32EC095}" destId="{74F7EDBE-03EC-4D94-9062-A12B6B590C45}" srcOrd="0" destOrd="0" presId="urn:microsoft.com/office/officeart/2016/7/layout/RepeatingBendingProcessNew"/>
    <dgm:cxn modelId="{8E585BE2-F715-4124-B110-0B74054FFCD7}" type="presParOf" srcId="{AC582016-462C-47E6-8608-3300CFA3C4C7}" destId="{32185BCC-2D74-46DA-8D86-9C5A6475EABD}" srcOrd="0" destOrd="0" presId="urn:microsoft.com/office/officeart/2016/7/layout/RepeatingBendingProcessNew"/>
    <dgm:cxn modelId="{0DEF9098-147B-4BC4-AA66-A32FF4103972}" type="presParOf" srcId="{AC582016-462C-47E6-8608-3300CFA3C4C7}" destId="{5C7ADC35-FEEE-483B-A6AC-0027B966631D}" srcOrd="1" destOrd="0" presId="urn:microsoft.com/office/officeart/2016/7/layout/RepeatingBendingProcessNew"/>
    <dgm:cxn modelId="{8150E7A8-EF13-4B6B-AD42-25C1042045A9}" type="presParOf" srcId="{5C7ADC35-FEEE-483B-A6AC-0027B966631D}" destId="{D61B610C-FCDD-4D70-B5DB-464DDAF8994D}" srcOrd="0" destOrd="0" presId="urn:microsoft.com/office/officeart/2016/7/layout/RepeatingBendingProcessNew"/>
    <dgm:cxn modelId="{663DED65-8B59-492E-B2A5-1424DA140372}" type="presParOf" srcId="{AC582016-462C-47E6-8608-3300CFA3C4C7}" destId="{632A6F85-F700-45D1-8491-21001B545DDB}" srcOrd="2" destOrd="0" presId="urn:microsoft.com/office/officeart/2016/7/layout/RepeatingBendingProcessNew"/>
    <dgm:cxn modelId="{C4C65F0C-A155-4AF0-B5DD-045D071BF1C7}" type="presParOf" srcId="{AC582016-462C-47E6-8608-3300CFA3C4C7}" destId="{74F7EDBE-03EC-4D94-9062-A12B6B590C45}" srcOrd="3" destOrd="0" presId="urn:microsoft.com/office/officeart/2016/7/layout/RepeatingBendingProcessNew"/>
    <dgm:cxn modelId="{6D5298C5-3A22-47B3-A094-49CCB3A31277}" type="presParOf" srcId="{74F7EDBE-03EC-4D94-9062-A12B6B590C45}" destId="{0DFF925E-8A8C-46E9-B3BB-A02303149B3F}" srcOrd="0" destOrd="0" presId="urn:microsoft.com/office/officeart/2016/7/layout/RepeatingBendingProcessNew"/>
    <dgm:cxn modelId="{5E1C6D4E-5F67-457D-8A33-99079510A4DA}" type="presParOf" srcId="{AC582016-462C-47E6-8608-3300CFA3C4C7}" destId="{A77B653B-8EAE-4597-B3E6-E7B94A100335}" srcOrd="4" destOrd="0" presId="urn:microsoft.com/office/officeart/2016/7/layout/RepeatingBendingProcessNew"/>
    <dgm:cxn modelId="{F4619C1E-DD49-452E-97A4-A6C8F9F270D8}" type="presParOf" srcId="{AC582016-462C-47E6-8608-3300CFA3C4C7}" destId="{DBBFC1BC-0363-4416-88BE-EE1AF0AA425F}" srcOrd="5" destOrd="0" presId="urn:microsoft.com/office/officeart/2016/7/layout/RepeatingBendingProcessNew"/>
    <dgm:cxn modelId="{BBEBC32B-6372-43AF-85A0-8F0668BB57E8}" type="presParOf" srcId="{DBBFC1BC-0363-4416-88BE-EE1AF0AA425F}" destId="{CB2E380C-D027-4B85-93AD-7D26E54E2F93}" srcOrd="0" destOrd="0" presId="urn:microsoft.com/office/officeart/2016/7/layout/RepeatingBendingProcessNew"/>
    <dgm:cxn modelId="{CB3242CF-AA53-4371-B1A8-4452241D32A0}" type="presParOf" srcId="{AC582016-462C-47E6-8608-3300CFA3C4C7}" destId="{66EE0AD5-42A0-4B07-952C-58F27626870B}" srcOrd="6" destOrd="0" presId="urn:microsoft.com/office/officeart/2016/7/layout/RepeatingBendingProcessNew"/>
    <dgm:cxn modelId="{A1F2F916-1CA7-41CE-BD2E-0EE65BE92FA2}" type="presParOf" srcId="{AC582016-462C-47E6-8608-3300CFA3C4C7}" destId="{A04C6379-301D-4004-91E3-306C2BC41441}" srcOrd="7" destOrd="0" presId="urn:microsoft.com/office/officeart/2016/7/layout/RepeatingBendingProcessNew"/>
    <dgm:cxn modelId="{54303536-ABFA-4D3C-B5E2-A26BBA300A73}" type="presParOf" srcId="{A04C6379-301D-4004-91E3-306C2BC41441}" destId="{6B8CDD8A-FDD3-4DF7-A14E-56A576B6985F}" srcOrd="0" destOrd="0" presId="urn:microsoft.com/office/officeart/2016/7/layout/RepeatingBendingProcessNew"/>
    <dgm:cxn modelId="{EF0ED6A6-5BDC-4A9A-AFA6-70FEB1889BCD}" type="presParOf" srcId="{AC582016-462C-47E6-8608-3300CFA3C4C7}" destId="{B946D1E7-CC5D-4D64-8004-634259F1D14E}" srcOrd="8" destOrd="0" presId="urn:microsoft.com/office/officeart/2016/7/layout/RepeatingBendingProcessNew"/>
    <dgm:cxn modelId="{6B51F2BF-67C4-4602-A8A4-4A4CFE227079}" type="presParOf" srcId="{AC582016-462C-47E6-8608-3300CFA3C4C7}" destId="{94606F91-258A-4FE1-8A32-BB61DF029D13}" srcOrd="9" destOrd="0" presId="urn:microsoft.com/office/officeart/2016/7/layout/RepeatingBendingProcessNew"/>
    <dgm:cxn modelId="{21AD6270-C134-47F5-AC22-9DC4F4D2AD84}" type="presParOf" srcId="{94606F91-258A-4FE1-8A32-BB61DF029D13}" destId="{2E1187D1-F1D7-4F17-9D7E-4C54487CD50F}" srcOrd="0" destOrd="0" presId="urn:microsoft.com/office/officeart/2016/7/layout/RepeatingBendingProcessNew"/>
    <dgm:cxn modelId="{0724AA38-22D2-444B-9B77-ACA6F988C1A3}" type="presParOf" srcId="{AC582016-462C-47E6-8608-3300CFA3C4C7}" destId="{E8C7C290-E23D-4E70-9C9C-FE60EE95A41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6B8B50-6123-45EA-AA09-9ECEECDE95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7D5C78-542C-45A3-88FE-E507F9C7D31E}">
      <dgm:prSet/>
      <dgm:spPr/>
      <dgm:t>
        <a:bodyPr/>
        <a:lstStyle/>
        <a:p>
          <a:r>
            <a:rPr lang="en-US" dirty="0" err="1"/>
            <a:t>Modelo</a:t>
          </a:r>
          <a:r>
            <a:rPr lang="en-US" dirty="0"/>
            <a:t> de Desarrollo incremental</a:t>
          </a:r>
        </a:p>
      </dgm:t>
    </dgm:pt>
    <dgm:pt modelId="{C42009A4-D826-456A-8198-49D2CF1F9BA9}" type="parTrans" cxnId="{934C7FBC-5369-4352-88B9-F58B1C96240C}">
      <dgm:prSet/>
      <dgm:spPr/>
      <dgm:t>
        <a:bodyPr/>
        <a:lstStyle/>
        <a:p>
          <a:endParaRPr lang="en-US"/>
        </a:p>
      </dgm:t>
    </dgm:pt>
    <dgm:pt modelId="{7721ABBC-20E2-4D0F-BE40-AEEDBA38F78A}" type="sibTrans" cxnId="{934C7FBC-5369-4352-88B9-F58B1C96240C}">
      <dgm:prSet/>
      <dgm:spPr/>
      <dgm:t>
        <a:bodyPr/>
        <a:lstStyle/>
        <a:p>
          <a:endParaRPr lang="en-US"/>
        </a:p>
      </dgm:t>
    </dgm:pt>
    <dgm:pt modelId="{56466DD6-074E-4111-AB04-7FEBE94BD0D9}">
      <dgm:prSet/>
      <dgm:spPr/>
      <dgm:t>
        <a:bodyPr/>
        <a:lstStyle/>
        <a:p>
          <a:r>
            <a:rPr lang="en-US" dirty="0"/>
            <a:t>• Backend</a:t>
          </a:r>
          <a:r>
            <a:rPr lang="en-US"/>
            <a:t>: S</a:t>
          </a:r>
          <a:r>
            <a:rPr lang="es-CO"/>
            <a:t>pringboot</a:t>
          </a:r>
          <a:endParaRPr lang="en-US" dirty="0"/>
        </a:p>
      </dgm:t>
    </dgm:pt>
    <dgm:pt modelId="{24261C0C-2394-4166-926F-85E6E66EFBD4}" type="parTrans" cxnId="{5A8EAA27-5DA5-433D-8C53-B96285D61B91}">
      <dgm:prSet/>
      <dgm:spPr/>
      <dgm:t>
        <a:bodyPr/>
        <a:lstStyle/>
        <a:p>
          <a:endParaRPr lang="en-US"/>
        </a:p>
      </dgm:t>
    </dgm:pt>
    <dgm:pt modelId="{FB7C1E18-441F-4BEC-AF55-3BED741DA4E6}" type="sibTrans" cxnId="{5A8EAA27-5DA5-433D-8C53-B96285D61B91}">
      <dgm:prSet/>
      <dgm:spPr/>
      <dgm:t>
        <a:bodyPr/>
        <a:lstStyle/>
        <a:p>
          <a:endParaRPr lang="en-US"/>
        </a:p>
      </dgm:t>
    </dgm:pt>
    <dgm:pt modelId="{7D3AB81F-CB6D-4F2A-AA67-1E30605AAA31}">
      <dgm:prSet/>
      <dgm:spPr/>
      <dgm:t>
        <a:bodyPr/>
        <a:lstStyle/>
        <a:p>
          <a:r>
            <a:rPr lang="en-US" dirty="0"/>
            <a:t>• Base de Datos: MySQL / PostgreSQL</a:t>
          </a:r>
        </a:p>
      </dgm:t>
    </dgm:pt>
    <dgm:pt modelId="{9F924308-E341-49F2-B63D-EBB985B84AB2}" type="parTrans" cxnId="{AC75FE0E-9D4B-4997-B9BF-0C04BBB952E4}">
      <dgm:prSet/>
      <dgm:spPr/>
      <dgm:t>
        <a:bodyPr/>
        <a:lstStyle/>
        <a:p>
          <a:endParaRPr lang="en-US"/>
        </a:p>
      </dgm:t>
    </dgm:pt>
    <dgm:pt modelId="{E524A143-F6BB-4098-ACF3-16BC3B7D1643}" type="sibTrans" cxnId="{AC75FE0E-9D4B-4997-B9BF-0C04BBB952E4}">
      <dgm:prSet/>
      <dgm:spPr/>
      <dgm:t>
        <a:bodyPr/>
        <a:lstStyle/>
        <a:p>
          <a:endParaRPr lang="en-US"/>
        </a:p>
      </dgm:t>
    </dgm:pt>
    <dgm:pt modelId="{1AFE38B8-32D5-4DCA-BEE1-54E553DAB06E}">
      <dgm:prSet/>
      <dgm:spPr/>
      <dgm:t>
        <a:bodyPr/>
        <a:lstStyle/>
        <a:p>
          <a:r>
            <a:rPr lang="en-US"/>
            <a:t>• Frontend: JavaScript </a:t>
          </a:r>
        </a:p>
      </dgm:t>
    </dgm:pt>
    <dgm:pt modelId="{9059F3BE-860E-41D5-9DE3-E246DAE0C610}" type="parTrans" cxnId="{908246DD-ED87-480A-87D6-696EF7617B0E}">
      <dgm:prSet/>
      <dgm:spPr/>
      <dgm:t>
        <a:bodyPr/>
        <a:lstStyle/>
        <a:p>
          <a:endParaRPr lang="en-US"/>
        </a:p>
      </dgm:t>
    </dgm:pt>
    <dgm:pt modelId="{0F2A15F0-D9E9-4C21-8B40-2E88E8CCE7DD}" type="sibTrans" cxnId="{908246DD-ED87-480A-87D6-696EF7617B0E}">
      <dgm:prSet/>
      <dgm:spPr/>
      <dgm:t>
        <a:bodyPr/>
        <a:lstStyle/>
        <a:p>
          <a:endParaRPr lang="en-US"/>
        </a:p>
      </dgm:t>
    </dgm:pt>
    <dgm:pt modelId="{8C0D5D5D-C968-4115-8790-15655E0C8879}">
      <dgm:prSet/>
      <dgm:spPr/>
      <dgm:t>
        <a:bodyPr/>
        <a:lstStyle/>
        <a:p>
          <a:r>
            <a:rPr lang="en-US" dirty="0" err="1"/>
            <a:t>Fases</a:t>
          </a:r>
          <a:r>
            <a:rPr lang="en-US" dirty="0"/>
            <a:t>: </a:t>
          </a:r>
          <a:r>
            <a:rPr lang="en-US" dirty="0" err="1"/>
            <a:t>análisis</a:t>
          </a:r>
          <a:r>
            <a:rPr lang="en-US" dirty="0"/>
            <a:t> → </a:t>
          </a:r>
          <a:r>
            <a:rPr lang="en-US" dirty="0" err="1"/>
            <a:t>diseño</a:t>
          </a:r>
          <a:r>
            <a:rPr lang="en-US" dirty="0"/>
            <a:t> → </a:t>
          </a:r>
          <a:r>
            <a:rPr lang="en-US" dirty="0" err="1"/>
            <a:t>desarrollo</a:t>
          </a:r>
          <a:r>
            <a:rPr lang="en-US" dirty="0"/>
            <a:t> modular → </a:t>
          </a:r>
          <a:r>
            <a:rPr lang="en-US" dirty="0" err="1"/>
            <a:t>pruebas</a:t>
          </a:r>
          <a:r>
            <a:rPr lang="en-US" dirty="0"/>
            <a:t> → </a:t>
          </a:r>
          <a:r>
            <a:rPr lang="en-US" dirty="0" err="1"/>
            <a:t>ajustes</a:t>
          </a:r>
          <a:r>
            <a:rPr lang="en-US" dirty="0"/>
            <a:t> finales</a:t>
          </a:r>
        </a:p>
      </dgm:t>
    </dgm:pt>
    <dgm:pt modelId="{DBD16583-7EBE-4388-88E7-376742DFA801}" type="parTrans" cxnId="{055FDA0A-E421-4BB3-BDCA-B9FAF306532D}">
      <dgm:prSet/>
      <dgm:spPr/>
      <dgm:t>
        <a:bodyPr/>
        <a:lstStyle/>
        <a:p>
          <a:endParaRPr lang="en-US"/>
        </a:p>
      </dgm:t>
    </dgm:pt>
    <dgm:pt modelId="{0A4C82EB-07FA-4F31-AA5D-924FB1DCD091}" type="sibTrans" cxnId="{055FDA0A-E421-4BB3-BDCA-B9FAF306532D}">
      <dgm:prSet/>
      <dgm:spPr/>
      <dgm:t>
        <a:bodyPr/>
        <a:lstStyle/>
        <a:p>
          <a:endParaRPr lang="en-US"/>
        </a:p>
      </dgm:t>
    </dgm:pt>
    <dgm:pt modelId="{8A9EF27C-2682-45A7-BA3D-F198539BBD52}" type="pres">
      <dgm:prSet presAssocID="{6C6B8B50-6123-45EA-AA09-9ECEECDE958A}" presName="root" presStyleCnt="0">
        <dgm:presLayoutVars>
          <dgm:dir/>
          <dgm:resizeHandles val="exact"/>
        </dgm:presLayoutVars>
      </dgm:prSet>
      <dgm:spPr/>
    </dgm:pt>
    <dgm:pt modelId="{24F7EC46-FBC4-4AE4-A8B8-080A1BFF612D}" type="pres">
      <dgm:prSet presAssocID="{5A7D5C78-542C-45A3-88FE-E507F9C7D31E}" presName="compNode" presStyleCnt="0"/>
      <dgm:spPr/>
    </dgm:pt>
    <dgm:pt modelId="{A7695487-6E4D-42B2-8159-27D39F7E0E83}" type="pres">
      <dgm:prSet presAssocID="{5A7D5C78-542C-45A3-88FE-E507F9C7D31E}" presName="bgRect" presStyleLbl="bgShp" presStyleIdx="0" presStyleCnt="5"/>
      <dgm:spPr/>
    </dgm:pt>
    <dgm:pt modelId="{327F823C-2E50-4541-90CC-15F732307412}" type="pres">
      <dgm:prSet presAssocID="{5A7D5C78-542C-45A3-88FE-E507F9C7D31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612B5E4-740B-41AA-BA4E-7C674C3C193D}" type="pres">
      <dgm:prSet presAssocID="{5A7D5C78-542C-45A3-88FE-E507F9C7D31E}" presName="spaceRect" presStyleCnt="0"/>
      <dgm:spPr/>
    </dgm:pt>
    <dgm:pt modelId="{C3A34B94-1669-4CC4-A894-00367779BF0D}" type="pres">
      <dgm:prSet presAssocID="{5A7D5C78-542C-45A3-88FE-E507F9C7D31E}" presName="parTx" presStyleLbl="revTx" presStyleIdx="0" presStyleCnt="5">
        <dgm:presLayoutVars>
          <dgm:chMax val="0"/>
          <dgm:chPref val="0"/>
        </dgm:presLayoutVars>
      </dgm:prSet>
      <dgm:spPr/>
    </dgm:pt>
    <dgm:pt modelId="{83A8CEE7-8E0D-4C2B-8D9A-BD085137F9B0}" type="pres">
      <dgm:prSet presAssocID="{7721ABBC-20E2-4D0F-BE40-AEEDBA38F78A}" presName="sibTrans" presStyleCnt="0"/>
      <dgm:spPr/>
    </dgm:pt>
    <dgm:pt modelId="{9AF2E26E-5F78-418F-993C-37790E1FCE21}" type="pres">
      <dgm:prSet presAssocID="{56466DD6-074E-4111-AB04-7FEBE94BD0D9}" presName="compNode" presStyleCnt="0"/>
      <dgm:spPr/>
    </dgm:pt>
    <dgm:pt modelId="{1DF1371A-26B1-4CFD-9B71-15A2C6FF00FE}" type="pres">
      <dgm:prSet presAssocID="{56466DD6-074E-4111-AB04-7FEBE94BD0D9}" presName="bgRect" presStyleLbl="bgShp" presStyleIdx="1" presStyleCnt="5"/>
      <dgm:spPr/>
    </dgm:pt>
    <dgm:pt modelId="{699C6342-3E80-414C-A098-FD81F402A8AD}" type="pres">
      <dgm:prSet presAssocID="{56466DD6-074E-4111-AB04-7FEBE94BD0D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97C1844F-7BA7-4DC1-92FB-678E03BE2E51}" type="pres">
      <dgm:prSet presAssocID="{56466DD6-074E-4111-AB04-7FEBE94BD0D9}" presName="spaceRect" presStyleCnt="0"/>
      <dgm:spPr/>
    </dgm:pt>
    <dgm:pt modelId="{8A87F312-8A52-4A3D-B1F3-AA476AD68C45}" type="pres">
      <dgm:prSet presAssocID="{56466DD6-074E-4111-AB04-7FEBE94BD0D9}" presName="parTx" presStyleLbl="revTx" presStyleIdx="1" presStyleCnt="5">
        <dgm:presLayoutVars>
          <dgm:chMax val="0"/>
          <dgm:chPref val="0"/>
        </dgm:presLayoutVars>
      </dgm:prSet>
      <dgm:spPr/>
    </dgm:pt>
    <dgm:pt modelId="{BFE6AF40-13C0-4CD6-8641-E230AE8133C1}" type="pres">
      <dgm:prSet presAssocID="{FB7C1E18-441F-4BEC-AF55-3BED741DA4E6}" presName="sibTrans" presStyleCnt="0"/>
      <dgm:spPr/>
    </dgm:pt>
    <dgm:pt modelId="{8E7D22ED-1B21-4EED-A758-BE53252B532D}" type="pres">
      <dgm:prSet presAssocID="{7D3AB81F-CB6D-4F2A-AA67-1E30605AAA31}" presName="compNode" presStyleCnt="0"/>
      <dgm:spPr/>
    </dgm:pt>
    <dgm:pt modelId="{A9F43868-7FCF-4758-A229-DACC84775E32}" type="pres">
      <dgm:prSet presAssocID="{7D3AB81F-CB6D-4F2A-AA67-1E30605AAA31}" presName="bgRect" presStyleLbl="bgShp" presStyleIdx="2" presStyleCnt="5" custLinFactNeighborY="-4522"/>
      <dgm:spPr/>
    </dgm:pt>
    <dgm:pt modelId="{A19D9E5A-83AE-4D9F-864A-18A28107748B}" type="pres">
      <dgm:prSet presAssocID="{7D3AB81F-CB6D-4F2A-AA67-1E30605AAA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ua"/>
        </a:ext>
      </dgm:extLst>
    </dgm:pt>
    <dgm:pt modelId="{E37AE84B-9F70-4BEE-A6BB-09A2883F5A82}" type="pres">
      <dgm:prSet presAssocID="{7D3AB81F-CB6D-4F2A-AA67-1E30605AAA31}" presName="spaceRect" presStyleCnt="0"/>
      <dgm:spPr/>
    </dgm:pt>
    <dgm:pt modelId="{8D7BB7BB-D6EE-4CAB-961E-A69BD7154631}" type="pres">
      <dgm:prSet presAssocID="{7D3AB81F-CB6D-4F2A-AA67-1E30605AAA31}" presName="parTx" presStyleLbl="revTx" presStyleIdx="2" presStyleCnt="5">
        <dgm:presLayoutVars>
          <dgm:chMax val="0"/>
          <dgm:chPref val="0"/>
        </dgm:presLayoutVars>
      </dgm:prSet>
      <dgm:spPr/>
    </dgm:pt>
    <dgm:pt modelId="{93B77E3B-F1A2-4CAB-8930-30881989A9D4}" type="pres">
      <dgm:prSet presAssocID="{E524A143-F6BB-4098-ACF3-16BC3B7D1643}" presName="sibTrans" presStyleCnt="0"/>
      <dgm:spPr/>
    </dgm:pt>
    <dgm:pt modelId="{F4A1047D-FBE2-40DA-9CB8-A7E7187F6826}" type="pres">
      <dgm:prSet presAssocID="{1AFE38B8-32D5-4DCA-BEE1-54E553DAB06E}" presName="compNode" presStyleCnt="0"/>
      <dgm:spPr/>
    </dgm:pt>
    <dgm:pt modelId="{5A7A4945-6A58-40AA-A19E-405584A121C5}" type="pres">
      <dgm:prSet presAssocID="{1AFE38B8-32D5-4DCA-BEE1-54E553DAB06E}" presName="bgRect" presStyleLbl="bgShp" presStyleIdx="3" presStyleCnt="5"/>
      <dgm:spPr/>
    </dgm:pt>
    <dgm:pt modelId="{78F3FAA8-5D4C-4274-8454-55AD6970151A}" type="pres">
      <dgm:prSet presAssocID="{1AFE38B8-32D5-4DCA-BEE1-54E553DAB0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08843ADC-9A35-40B2-A77F-D7C4EE5B2D08}" type="pres">
      <dgm:prSet presAssocID="{1AFE38B8-32D5-4DCA-BEE1-54E553DAB06E}" presName="spaceRect" presStyleCnt="0"/>
      <dgm:spPr/>
    </dgm:pt>
    <dgm:pt modelId="{1074C2E6-923D-44BD-B5B9-7B40276E9309}" type="pres">
      <dgm:prSet presAssocID="{1AFE38B8-32D5-4DCA-BEE1-54E553DAB06E}" presName="parTx" presStyleLbl="revTx" presStyleIdx="3" presStyleCnt="5">
        <dgm:presLayoutVars>
          <dgm:chMax val="0"/>
          <dgm:chPref val="0"/>
        </dgm:presLayoutVars>
      </dgm:prSet>
      <dgm:spPr/>
    </dgm:pt>
    <dgm:pt modelId="{A5FA25DA-4A5E-4757-84D4-97696630F277}" type="pres">
      <dgm:prSet presAssocID="{0F2A15F0-D9E9-4C21-8B40-2E88E8CCE7DD}" presName="sibTrans" presStyleCnt="0"/>
      <dgm:spPr/>
    </dgm:pt>
    <dgm:pt modelId="{6B9DAA79-B1A8-43E0-A1B9-3BA4A40BC629}" type="pres">
      <dgm:prSet presAssocID="{8C0D5D5D-C968-4115-8790-15655E0C8879}" presName="compNode" presStyleCnt="0"/>
      <dgm:spPr/>
    </dgm:pt>
    <dgm:pt modelId="{1962E748-9D40-43A6-B2AF-494A120CB55F}" type="pres">
      <dgm:prSet presAssocID="{8C0D5D5D-C968-4115-8790-15655E0C8879}" presName="bgRect" presStyleLbl="bgShp" presStyleIdx="4" presStyleCnt="5"/>
      <dgm:spPr/>
    </dgm:pt>
    <dgm:pt modelId="{A58B7FDD-602C-42CB-B6AF-D283A0B790AD}" type="pres">
      <dgm:prSet presAssocID="{8C0D5D5D-C968-4115-8790-15655E0C887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84CEB86-8D5C-41D2-9907-C353F75F6BC4}" type="pres">
      <dgm:prSet presAssocID="{8C0D5D5D-C968-4115-8790-15655E0C8879}" presName="spaceRect" presStyleCnt="0"/>
      <dgm:spPr/>
    </dgm:pt>
    <dgm:pt modelId="{4D1C2BC6-D25F-48B7-875C-D81CD783C801}" type="pres">
      <dgm:prSet presAssocID="{8C0D5D5D-C968-4115-8790-15655E0C8879}" presName="parTx" presStyleLbl="revTx" presStyleIdx="4" presStyleCnt="5" custScaleX="106451">
        <dgm:presLayoutVars>
          <dgm:chMax val="0"/>
          <dgm:chPref val="0"/>
        </dgm:presLayoutVars>
      </dgm:prSet>
      <dgm:spPr/>
    </dgm:pt>
  </dgm:ptLst>
  <dgm:cxnLst>
    <dgm:cxn modelId="{B86A2307-9B90-4BA3-ACD0-E0FBBD6D9C7A}" type="presOf" srcId="{8C0D5D5D-C968-4115-8790-15655E0C8879}" destId="{4D1C2BC6-D25F-48B7-875C-D81CD783C801}" srcOrd="0" destOrd="0" presId="urn:microsoft.com/office/officeart/2018/2/layout/IconVerticalSolidList"/>
    <dgm:cxn modelId="{055FDA0A-E421-4BB3-BDCA-B9FAF306532D}" srcId="{6C6B8B50-6123-45EA-AA09-9ECEECDE958A}" destId="{8C0D5D5D-C968-4115-8790-15655E0C8879}" srcOrd="4" destOrd="0" parTransId="{DBD16583-7EBE-4388-88E7-376742DFA801}" sibTransId="{0A4C82EB-07FA-4F31-AA5D-924FB1DCD091}"/>
    <dgm:cxn modelId="{AC75FE0E-9D4B-4997-B9BF-0C04BBB952E4}" srcId="{6C6B8B50-6123-45EA-AA09-9ECEECDE958A}" destId="{7D3AB81F-CB6D-4F2A-AA67-1E30605AAA31}" srcOrd="2" destOrd="0" parTransId="{9F924308-E341-49F2-B63D-EBB985B84AB2}" sibTransId="{E524A143-F6BB-4098-ACF3-16BC3B7D1643}"/>
    <dgm:cxn modelId="{5A8EAA27-5DA5-433D-8C53-B96285D61B91}" srcId="{6C6B8B50-6123-45EA-AA09-9ECEECDE958A}" destId="{56466DD6-074E-4111-AB04-7FEBE94BD0D9}" srcOrd="1" destOrd="0" parTransId="{24261C0C-2394-4166-926F-85E6E66EFBD4}" sibTransId="{FB7C1E18-441F-4BEC-AF55-3BED741DA4E6}"/>
    <dgm:cxn modelId="{7C6D845E-FF11-41DE-8541-155B7D4E3975}" type="presOf" srcId="{5A7D5C78-542C-45A3-88FE-E507F9C7D31E}" destId="{C3A34B94-1669-4CC4-A894-00367779BF0D}" srcOrd="0" destOrd="0" presId="urn:microsoft.com/office/officeart/2018/2/layout/IconVerticalSolidList"/>
    <dgm:cxn modelId="{C5CD3A53-A15D-4580-9B68-77F34B9338D5}" type="presOf" srcId="{56466DD6-074E-4111-AB04-7FEBE94BD0D9}" destId="{8A87F312-8A52-4A3D-B1F3-AA476AD68C45}" srcOrd="0" destOrd="0" presId="urn:microsoft.com/office/officeart/2018/2/layout/IconVerticalSolidList"/>
    <dgm:cxn modelId="{934C7FBC-5369-4352-88B9-F58B1C96240C}" srcId="{6C6B8B50-6123-45EA-AA09-9ECEECDE958A}" destId="{5A7D5C78-542C-45A3-88FE-E507F9C7D31E}" srcOrd="0" destOrd="0" parTransId="{C42009A4-D826-456A-8198-49D2CF1F9BA9}" sibTransId="{7721ABBC-20E2-4D0F-BE40-AEEDBA38F78A}"/>
    <dgm:cxn modelId="{7F0FD5BF-0353-4ACE-AAFE-F41EE1351A82}" type="presOf" srcId="{6C6B8B50-6123-45EA-AA09-9ECEECDE958A}" destId="{8A9EF27C-2682-45A7-BA3D-F198539BBD52}" srcOrd="0" destOrd="0" presId="urn:microsoft.com/office/officeart/2018/2/layout/IconVerticalSolidList"/>
    <dgm:cxn modelId="{4E4B67D3-E398-4E26-BDF8-01ECD76D6B76}" type="presOf" srcId="{7D3AB81F-CB6D-4F2A-AA67-1E30605AAA31}" destId="{8D7BB7BB-D6EE-4CAB-961E-A69BD7154631}" srcOrd="0" destOrd="0" presId="urn:microsoft.com/office/officeart/2018/2/layout/IconVerticalSolidList"/>
    <dgm:cxn modelId="{908246DD-ED87-480A-87D6-696EF7617B0E}" srcId="{6C6B8B50-6123-45EA-AA09-9ECEECDE958A}" destId="{1AFE38B8-32D5-4DCA-BEE1-54E553DAB06E}" srcOrd="3" destOrd="0" parTransId="{9059F3BE-860E-41D5-9DE3-E246DAE0C610}" sibTransId="{0F2A15F0-D9E9-4C21-8B40-2E88E8CCE7DD}"/>
    <dgm:cxn modelId="{F4D486F8-92EA-4C85-ACD2-6492A056D3B1}" type="presOf" srcId="{1AFE38B8-32D5-4DCA-BEE1-54E553DAB06E}" destId="{1074C2E6-923D-44BD-B5B9-7B40276E9309}" srcOrd="0" destOrd="0" presId="urn:microsoft.com/office/officeart/2018/2/layout/IconVerticalSolidList"/>
    <dgm:cxn modelId="{F2651B1C-0C92-4BAB-AA6A-BB8609504570}" type="presParOf" srcId="{8A9EF27C-2682-45A7-BA3D-F198539BBD52}" destId="{24F7EC46-FBC4-4AE4-A8B8-080A1BFF612D}" srcOrd="0" destOrd="0" presId="urn:microsoft.com/office/officeart/2018/2/layout/IconVerticalSolidList"/>
    <dgm:cxn modelId="{089BF983-C4FE-43DF-BEFF-C71B5585E9DD}" type="presParOf" srcId="{24F7EC46-FBC4-4AE4-A8B8-080A1BFF612D}" destId="{A7695487-6E4D-42B2-8159-27D39F7E0E83}" srcOrd="0" destOrd="0" presId="urn:microsoft.com/office/officeart/2018/2/layout/IconVerticalSolidList"/>
    <dgm:cxn modelId="{B80F0F9F-A126-42CE-84BD-C64BDFF75EEE}" type="presParOf" srcId="{24F7EC46-FBC4-4AE4-A8B8-080A1BFF612D}" destId="{327F823C-2E50-4541-90CC-15F732307412}" srcOrd="1" destOrd="0" presId="urn:microsoft.com/office/officeart/2018/2/layout/IconVerticalSolidList"/>
    <dgm:cxn modelId="{D81F66B7-86C9-4CE3-AC58-791237B91B29}" type="presParOf" srcId="{24F7EC46-FBC4-4AE4-A8B8-080A1BFF612D}" destId="{4612B5E4-740B-41AA-BA4E-7C674C3C193D}" srcOrd="2" destOrd="0" presId="urn:microsoft.com/office/officeart/2018/2/layout/IconVerticalSolidList"/>
    <dgm:cxn modelId="{94CCF414-3603-4216-A34B-C8AFD3424B89}" type="presParOf" srcId="{24F7EC46-FBC4-4AE4-A8B8-080A1BFF612D}" destId="{C3A34B94-1669-4CC4-A894-00367779BF0D}" srcOrd="3" destOrd="0" presId="urn:microsoft.com/office/officeart/2018/2/layout/IconVerticalSolidList"/>
    <dgm:cxn modelId="{88EC85DC-CE79-4F12-AC2F-BCCA5DE17D80}" type="presParOf" srcId="{8A9EF27C-2682-45A7-BA3D-F198539BBD52}" destId="{83A8CEE7-8E0D-4C2B-8D9A-BD085137F9B0}" srcOrd="1" destOrd="0" presId="urn:microsoft.com/office/officeart/2018/2/layout/IconVerticalSolidList"/>
    <dgm:cxn modelId="{0F395F7D-BC5F-4435-A6E2-A160B570D438}" type="presParOf" srcId="{8A9EF27C-2682-45A7-BA3D-F198539BBD52}" destId="{9AF2E26E-5F78-418F-993C-37790E1FCE21}" srcOrd="2" destOrd="0" presId="urn:microsoft.com/office/officeart/2018/2/layout/IconVerticalSolidList"/>
    <dgm:cxn modelId="{89ECB166-85FE-4ECE-8D89-69738FA80AE7}" type="presParOf" srcId="{9AF2E26E-5F78-418F-993C-37790E1FCE21}" destId="{1DF1371A-26B1-4CFD-9B71-15A2C6FF00FE}" srcOrd="0" destOrd="0" presId="urn:microsoft.com/office/officeart/2018/2/layout/IconVerticalSolidList"/>
    <dgm:cxn modelId="{B56B42EF-023C-476C-9660-21DF121F8777}" type="presParOf" srcId="{9AF2E26E-5F78-418F-993C-37790E1FCE21}" destId="{699C6342-3E80-414C-A098-FD81F402A8AD}" srcOrd="1" destOrd="0" presId="urn:microsoft.com/office/officeart/2018/2/layout/IconVerticalSolidList"/>
    <dgm:cxn modelId="{2FD214ED-170F-4022-B84C-084EB47C9D60}" type="presParOf" srcId="{9AF2E26E-5F78-418F-993C-37790E1FCE21}" destId="{97C1844F-7BA7-4DC1-92FB-678E03BE2E51}" srcOrd="2" destOrd="0" presId="urn:microsoft.com/office/officeart/2018/2/layout/IconVerticalSolidList"/>
    <dgm:cxn modelId="{EEE08DF4-BBDB-461E-BC76-32DC064732D8}" type="presParOf" srcId="{9AF2E26E-5F78-418F-993C-37790E1FCE21}" destId="{8A87F312-8A52-4A3D-B1F3-AA476AD68C45}" srcOrd="3" destOrd="0" presId="urn:microsoft.com/office/officeart/2018/2/layout/IconVerticalSolidList"/>
    <dgm:cxn modelId="{60AC09FD-B985-44EC-825A-9A9E9DEFA109}" type="presParOf" srcId="{8A9EF27C-2682-45A7-BA3D-F198539BBD52}" destId="{BFE6AF40-13C0-4CD6-8641-E230AE8133C1}" srcOrd="3" destOrd="0" presId="urn:microsoft.com/office/officeart/2018/2/layout/IconVerticalSolidList"/>
    <dgm:cxn modelId="{EAA562E4-01C7-4614-92EF-5EB6BDE9ABF3}" type="presParOf" srcId="{8A9EF27C-2682-45A7-BA3D-F198539BBD52}" destId="{8E7D22ED-1B21-4EED-A758-BE53252B532D}" srcOrd="4" destOrd="0" presId="urn:microsoft.com/office/officeart/2018/2/layout/IconVerticalSolidList"/>
    <dgm:cxn modelId="{F4E3C007-64FC-46DA-9DEF-6B904D505CF5}" type="presParOf" srcId="{8E7D22ED-1B21-4EED-A758-BE53252B532D}" destId="{A9F43868-7FCF-4758-A229-DACC84775E32}" srcOrd="0" destOrd="0" presId="urn:microsoft.com/office/officeart/2018/2/layout/IconVerticalSolidList"/>
    <dgm:cxn modelId="{D0993811-1910-40D2-A849-1E3182F2D67D}" type="presParOf" srcId="{8E7D22ED-1B21-4EED-A758-BE53252B532D}" destId="{A19D9E5A-83AE-4D9F-864A-18A28107748B}" srcOrd="1" destOrd="0" presId="urn:microsoft.com/office/officeart/2018/2/layout/IconVerticalSolidList"/>
    <dgm:cxn modelId="{153CFE17-5B62-4862-ABE8-372CE8886E84}" type="presParOf" srcId="{8E7D22ED-1B21-4EED-A758-BE53252B532D}" destId="{E37AE84B-9F70-4BEE-A6BB-09A2883F5A82}" srcOrd="2" destOrd="0" presId="urn:microsoft.com/office/officeart/2018/2/layout/IconVerticalSolidList"/>
    <dgm:cxn modelId="{65985B85-2271-4662-9F4C-9203E72C575F}" type="presParOf" srcId="{8E7D22ED-1B21-4EED-A758-BE53252B532D}" destId="{8D7BB7BB-D6EE-4CAB-961E-A69BD7154631}" srcOrd="3" destOrd="0" presId="urn:microsoft.com/office/officeart/2018/2/layout/IconVerticalSolidList"/>
    <dgm:cxn modelId="{BAAF4103-D2CA-449F-93BC-F2F41B8E6EAC}" type="presParOf" srcId="{8A9EF27C-2682-45A7-BA3D-F198539BBD52}" destId="{93B77E3B-F1A2-4CAB-8930-30881989A9D4}" srcOrd="5" destOrd="0" presId="urn:microsoft.com/office/officeart/2018/2/layout/IconVerticalSolidList"/>
    <dgm:cxn modelId="{9CFBA170-16A8-4F27-9E62-F5AB14FF097E}" type="presParOf" srcId="{8A9EF27C-2682-45A7-BA3D-F198539BBD52}" destId="{F4A1047D-FBE2-40DA-9CB8-A7E7187F6826}" srcOrd="6" destOrd="0" presId="urn:microsoft.com/office/officeart/2018/2/layout/IconVerticalSolidList"/>
    <dgm:cxn modelId="{3A1611E7-E692-4EB3-B9CC-51043A792C7B}" type="presParOf" srcId="{F4A1047D-FBE2-40DA-9CB8-A7E7187F6826}" destId="{5A7A4945-6A58-40AA-A19E-405584A121C5}" srcOrd="0" destOrd="0" presId="urn:microsoft.com/office/officeart/2018/2/layout/IconVerticalSolidList"/>
    <dgm:cxn modelId="{8B7EA188-7E2E-4260-BE1C-5E5FE9F54EF4}" type="presParOf" srcId="{F4A1047D-FBE2-40DA-9CB8-A7E7187F6826}" destId="{78F3FAA8-5D4C-4274-8454-55AD6970151A}" srcOrd="1" destOrd="0" presId="urn:microsoft.com/office/officeart/2018/2/layout/IconVerticalSolidList"/>
    <dgm:cxn modelId="{C69548B6-6B56-4A71-AFB7-AD31BD39BD56}" type="presParOf" srcId="{F4A1047D-FBE2-40DA-9CB8-A7E7187F6826}" destId="{08843ADC-9A35-40B2-A77F-D7C4EE5B2D08}" srcOrd="2" destOrd="0" presId="urn:microsoft.com/office/officeart/2018/2/layout/IconVerticalSolidList"/>
    <dgm:cxn modelId="{B9967A39-E946-4121-902C-4FBDAA7706BE}" type="presParOf" srcId="{F4A1047D-FBE2-40DA-9CB8-A7E7187F6826}" destId="{1074C2E6-923D-44BD-B5B9-7B40276E9309}" srcOrd="3" destOrd="0" presId="urn:microsoft.com/office/officeart/2018/2/layout/IconVerticalSolidList"/>
    <dgm:cxn modelId="{F85E0769-7FB6-4A3E-942D-34F1B219C4E6}" type="presParOf" srcId="{8A9EF27C-2682-45A7-BA3D-F198539BBD52}" destId="{A5FA25DA-4A5E-4757-84D4-97696630F277}" srcOrd="7" destOrd="0" presId="urn:microsoft.com/office/officeart/2018/2/layout/IconVerticalSolidList"/>
    <dgm:cxn modelId="{CB572B10-86BD-4A7F-8A05-9DB12937E73F}" type="presParOf" srcId="{8A9EF27C-2682-45A7-BA3D-F198539BBD52}" destId="{6B9DAA79-B1A8-43E0-A1B9-3BA4A40BC629}" srcOrd="8" destOrd="0" presId="urn:microsoft.com/office/officeart/2018/2/layout/IconVerticalSolidList"/>
    <dgm:cxn modelId="{168D98A4-9B32-45FB-B0B0-BCB61BEB40A2}" type="presParOf" srcId="{6B9DAA79-B1A8-43E0-A1B9-3BA4A40BC629}" destId="{1962E748-9D40-43A6-B2AF-494A120CB55F}" srcOrd="0" destOrd="0" presId="urn:microsoft.com/office/officeart/2018/2/layout/IconVerticalSolidList"/>
    <dgm:cxn modelId="{A0EDF335-354E-477D-9BE0-0C5D3035F941}" type="presParOf" srcId="{6B9DAA79-B1A8-43E0-A1B9-3BA4A40BC629}" destId="{A58B7FDD-602C-42CB-B6AF-D283A0B790AD}" srcOrd="1" destOrd="0" presId="urn:microsoft.com/office/officeart/2018/2/layout/IconVerticalSolidList"/>
    <dgm:cxn modelId="{A1E54E47-A1CB-4A6F-B8FF-5621C90A1AD0}" type="presParOf" srcId="{6B9DAA79-B1A8-43E0-A1B9-3BA4A40BC629}" destId="{784CEB86-8D5C-41D2-9907-C353F75F6BC4}" srcOrd="2" destOrd="0" presId="urn:microsoft.com/office/officeart/2018/2/layout/IconVerticalSolidList"/>
    <dgm:cxn modelId="{DA668381-A6E6-4C4E-A324-7DC3FB636456}" type="presParOf" srcId="{6B9DAA79-B1A8-43E0-A1B9-3BA4A40BC629}" destId="{4D1C2BC6-D25F-48B7-875C-D81CD783C8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C2027C-FB95-4F2F-966E-A83EC807E0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4D6642-81E1-45C6-8317-3240A7AF4530}">
      <dgm:prSet/>
      <dgm:spPr/>
      <dgm:t>
        <a:bodyPr/>
        <a:lstStyle/>
        <a:p>
          <a:r>
            <a:rPr lang="en-US"/>
            <a:t>Mejora la organización y eficiencia del restaurante</a:t>
          </a:r>
        </a:p>
      </dgm:t>
    </dgm:pt>
    <dgm:pt modelId="{E9CCE185-E9F3-40C4-83B0-BBE6137C2DE7}" type="parTrans" cxnId="{D64F5B10-9661-48DA-91F5-439D55A8FACE}">
      <dgm:prSet/>
      <dgm:spPr/>
      <dgm:t>
        <a:bodyPr/>
        <a:lstStyle/>
        <a:p>
          <a:endParaRPr lang="en-US"/>
        </a:p>
      </dgm:t>
    </dgm:pt>
    <dgm:pt modelId="{2A0F545D-68F4-4169-AB18-318973ABE8A5}" type="sibTrans" cxnId="{D64F5B10-9661-48DA-91F5-439D55A8FACE}">
      <dgm:prSet/>
      <dgm:spPr/>
      <dgm:t>
        <a:bodyPr/>
        <a:lstStyle/>
        <a:p>
          <a:endParaRPr lang="en-US"/>
        </a:p>
      </dgm:t>
    </dgm:pt>
    <dgm:pt modelId="{E686E939-CDB4-4211-BD4E-7D739EC997A9}">
      <dgm:prSet/>
      <dgm:spPr/>
      <dgm:t>
        <a:bodyPr/>
        <a:lstStyle/>
        <a:p>
          <a:r>
            <a:rPr lang="en-US"/>
            <a:t>Facilita la experiencia del cliente</a:t>
          </a:r>
        </a:p>
      </dgm:t>
    </dgm:pt>
    <dgm:pt modelId="{EC55EF6B-F529-4178-8DF2-0355624BCD27}" type="parTrans" cxnId="{8D1DD894-E395-40D8-A68C-BCF19FD439B0}">
      <dgm:prSet/>
      <dgm:spPr/>
      <dgm:t>
        <a:bodyPr/>
        <a:lstStyle/>
        <a:p>
          <a:endParaRPr lang="en-US"/>
        </a:p>
      </dgm:t>
    </dgm:pt>
    <dgm:pt modelId="{580A56C3-3876-4674-9D78-15A845225556}" type="sibTrans" cxnId="{8D1DD894-E395-40D8-A68C-BCF19FD439B0}">
      <dgm:prSet/>
      <dgm:spPr/>
      <dgm:t>
        <a:bodyPr/>
        <a:lstStyle/>
        <a:p>
          <a:endParaRPr lang="en-US"/>
        </a:p>
      </dgm:t>
    </dgm:pt>
    <dgm:pt modelId="{B1EFFCF4-25E2-49AB-97B3-0DB1EBFE9ADB}">
      <dgm:prSet/>
      <dgm:spPr/>
      <dgm:t>
        <a:bodyPr/>
        <a:lstStyle/>
        <a:p>
          <a:r>
            <a:rPr lang="en-US"/>
            <a:t>Reduce la carga de trabajo del administrador</a:t>
          </a:r>
        </a:p>
      </dgm:t>
    </dgm:pt>
    <dgm:pt modelId="{EC6E0289-8FC9-4C33-8BAC-6E551285B961}" type="parTrans" cxnId="{63938806-1E0A-497A-9924-BFD7BB7C4106}">
      <dgm:prSet/>
      <dgm:spPr/>
      <dgm:t>
        <a:bodyPr/>
        <a:lstStyle/>
        <a:p>
          <a:endParaRPr lang="en-US"/>
        </a:p>
      </dgm:t>
    </dgm:pt>
    <dgm:pt modelId="{0F661224-1D8C-4F3A-9809-101275FE9224}" type="sibTrans" cxnId="{63938806-1E0A-497A-9924-BFD7BB7C4106}">
      <dgm:prSet/>
      <dgm:spPr/>
      <dgm:t>
        <a:bodyPr/>
        <a:lstStyle/>
        <a:p>
          <a:endParaRPr lang="en-US"/>
        </a:p>
      </dgm:t>
    </dgm:pt>
    <dgm:pt modelId="{B07F7EDC-60C9-4CF8-9DFB-38DA1327CBA4}">
      <dgm:prSet/>
      <dgm:spPr/>
      <dgm:t>
        <a:bodyPr/>
        <a:lstStyle/>
        <a:p>
          <a:r>
            <a:rPr lang="en-US"/>
            <a:t>Escalable: pagos en línea, reportes, encuestas de satisfacción</a:t>
          </a:r>
        </a:p>
      </dgm:t>
    </dgm:pt>
    <dgm:pt modelId="{0E0BE718-0A40-456C-99DA-B6381349CA41}" type="parTrans" cxnId="{D5A1569A-756E-4092-AD06-755A223D5101}">
      <dgm:prSet/>
      <dgm:spPr/>
      <dgm:t>
        <a:bodyPr/>
        <a:lstStyle/>
        <a:p>
          <a:endParaRPr lang="en-US"/>
        </a:p>
      </dgm:t>
    </dgm:pt>
    <dgm:pt modelId="{BFE28A17-DDF4-4663-8B47-B08CCEDC2300}" type="sibTrans" cxnId="{D5A1569A-756E-4092-AD06-755A223D5101}">
      <dgm:prSet/>
      <dgm:spPr/>
      <dgm:t>
        <a:bodyPr/>
        <a:lstStyle/>
        <a:p>
          <a:endParaRPr lang="en-US"/>
        </a:p>
      </dgm:t>
    </dgm:pt>
    <dgm:pt modelId="{0BD81F42-8082-4240-8A63-4D53DC6620B1}" type="pres">
      <dgm:prSet presAssocID="{43C2027C-FB95-4F2F-966E-A83EC807E0E2}" presName="root" presStyleCnt="0">
        <dgm:presLayoutVars>
          <dgm:dir/>
          <dgm:resizeHandles val="exact"/>
        </dgm:presLayoutVars>
      </dgm:prSet>
      <dgm:spPr/>
    </dgm:pt>
    <dgm:pt modelId="{8CC1AA2A-9684-49E5-B73F-BFB586668882}" type="pres">
      <dgm:prSet presAssocID="{1F4D6642-81E1-45C6-8317-3240A7AF4530}" presName="compNode" presStyleCnt="0"/>
      <dgm:spPr/>
    </dgm:pt>
    <dgm:pt modelId="{8085B4B2-2A9B-4075-948D-04D345571E6E}" type="pres">
      <dgm:prSet presAssocID="{1F4D6642-81E1-45C6-8317-3240A7AF4530}" presName="bgRect" presStyleLbl="bgShp" presStyleIdx="0" presStyleCnt="4"/>
      <dgm:spPr/>
    </dgm:pt>
    <dgm:pt modelId="{ECD888D7-CD5D-41EB-AFA2-B5810CC52887}" type="pres">
      <dgm:prSet presAssocID="{1F4D6642-81E1-45C6-8317-3240A7AF45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6EC839F-7A72-4771-B47C-70D001295D18}" type="pres">
      <dgm:prSet presAssocID="{1F4D6642-81E1-45C6-8317-3240A7AF4530}" presName="spaceRect" presStyleCnt="0"/>
      <dgm:spPr/>
    </dgm:pt>
    <dgm:pt modelId="{2DD53732-94FE-4576-9899-20A50DA09100}" type="pres">
      <dgm:prSet presAssocID="{1F4D6642-81E1-45C6-8317-3240A7AF4530}" presName="parTx" presStyleLbl="revTx" presStyleIdx="0" presStyleCnt="4">
        <dgm:presLayoutVars>
          <dgm:chMax val="0"/>
          <dgm:chPref val="0"/>
        </dgm:presLayoutVars>
      </dgm:prSet>
      <dgm:spPr/>
    </dgm:pt>
    <dgm:pt modelId="{40BEC31B-4CF2-43A8-AC71-38CCD23BD329}" type="pres">
      <dgm:prSet presAssocID="{2A0F545D-68F4-4169-AB18-318973ABE8A5}" presName="sibTrans" presStyleCnt="0"/>
      <dgm:spPr/>
    </dgm:pt>
    <dgm:pt modelId="{BD84AF07-332F-4063-B6EA-A4C6867D7AB8}" type="pres">
      <dgm:prSet presAssocID="{E686E939-CDB4-4211-BD4E-7D739EC997A9}" presName="compNode" presStyleCnt="0"/>
      <dgm:spPr/>
    </dgm:pt>
    <dgm:pt modelId="{4B79E11E-6DC5-42FC-8D94-DAE26A21C5CD}" type="pres">
      <dgm:prSet presAssocID="{E686E939-CDB4-4211-BD4E-7D739EC997A9}" presName="bgRect" presStyleLbl="bgShp" presStyleIdx="1" presStyleCnt="4"/>
      <dgm:spPr/>
    </dgm:pt>
    <dgm:pt modelId="{B0C4F51C-16F6-4F5C-BCC0-42DD075D3040}" type="pres">
      <dgm:prSet presAssocID="{E686E939-CDB4-4211-BD4E-7D739EC997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89559036-7F9B-41BB-9DCE-94060B871920}" type="pres">
      <dgm:prSet presAssocID="{E686E939-CDB4-4211-BD4E-7D739EC997A9}" presName="spaceRect" presStyleCnt="0"/>
      <dgm:spPr/>
    </dgm:pt>
    <dgm:pt modelId="{0E7F5015-366D-4890-AFA7-B00E9CBF4884}" type="pres">
      <dgm:prSet presAssocID="{E686E939-CDB4-4211-BD4E-7D739EC997A9}" presName="parTx" presStyleLbl="revTx" presStyleIdx="1" presStyleCnt="4">
        <dgm:presLayoutVars>
          <dgm:chMax val="0"/>
          <dgm:chPref val="0"/>
        </dgm:presLayoutVars>
      </dgm:prSet>
      <dgm:spPr/>
    </dgm:pt>
    <dgm:pt modelId="{59882727-7CA1-431E-98E6-E87E3B9B6794}" type="pres">
      <dgm:prSet presAssocID="{580A56C3-3876-4674-9D78-15A845225556}" presName="sibTrans" presStyleCnt="0"/>
      <dgm:spPr/>
    </dgm:pt>
    <dgm:pt modelId="{C51B050A-9D89-49AE-BBE2-55C831ED19DF}" type="pres">
      <dgm:prSet presAssocID="{B1EFFCF4-25E2-49AB-97B3-0DB1EBFE9ADB}" presName="compNode" presStyleCnt="0"/>
      <dgm:spPr/>
    </dgm:pt>
    <dgm:pt modelId="{489DD0E6-D30D-4412-BB6F-18109617FEA0}" type="pres">
      <dgm:prSet presAssocID="{B1EFFCF4-25E2-49AB-97B3-0DB1EBFE9ADB}" presName="bgRect" presStyleLbl="bgShp" presStyleIdx="2" presStyleCnt="4"/>
      <dgm:spPr/>
    </dgm:pt>
    <dgm:pt modelId="{63555DC3-112D-4677-8846-CC75D378CFC6}" type="pres">
      <dgm:prSet presAssocID="{B1EFFCF4-25E2-49AB-97B3-0DB1EBFE9A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8D6DCD1F-C7C1-4006-8740-7463218584D5}" type="pres">
      <dgm:prSet presAssocID="{B1EFFCF4-25E2-49AB-97B3-0DB1EBFE9ADB}" presName="spaceRect" presStyleCnt="0"/>
      <dgm:spPr/>
    </dgm:pt>
    <dgm:pt modelId="{1055564D-7AF6-42DF-8C4D-A74881C7E3A7}" type="pres">
      <dgm:prSet presAssocID="{B1EFFCF4-25E2-49AB-97B3-0DB1EBFE9ADB}" presName="parTx" presStyleLbl="revTx" presStyleIdx="2" presStyleCnt="4">
        <dgm:presLayoutVars>
          <dgm:chMax val="0"/>
          <dgm:chPref val="0"/>
        </dgm:presLayoutVars>
      </dgm:prSet>
      <dgm:spPr/>
    </dgm:pt>
    <dgm:pt modelId="{CAF41632-05E4-42AB-85A4-FF8913C965F3}" type="pres">
      <dgm:prSet presAssocID="{0F661224-1D8C-4F3A-9809-101275FE9224}" presName="sibTrans" presStyleCnt="0"/>
      <dgm:spPr/>
    </dgm:pt>
    <dgm:pt modelId="{71A67BEF-1A17-467F-912A-B8D918554DAA}" type="pres">
      <dgm:prSet presAssocID="{B07F7EDC-60C9-4CF8-9DFB-38DA1327CBA4}" presName="compNode" presStyleCnt="0"/>
      <dgm:spPr/>
    </dgm:pt>
    <dgm:pt modelId="{60E0D0A3-86A1-4FEC-8531-85E91E332B7E}" type="pres">
      <dgm:prSet presAssocID="{B07F7EDC-60C9-4CF8-9DFB-38DA1327CBA4}" presName="bgRect" presStyleLbl="bgShp" presStyleIdx="3" presStyleCnt="4"/>
      <dgm:spPr/>
    </dgm:pt>
    <dgm:pt modelId="{999B989A-9F15-47C5-AE3A-78E03F325C93}" type="pres">
      <dgm:prSet presAssocID="{B07F7EDC-60C9-4CF8-9DFB-38DA1327CB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5E22352F-A6B4-49E7-BEBB-EA0B93B22446}" type="pres">
      <dgm:prSet presAssocID="{B07F7EDC-60C9-4CF8-9DFB-38DA1327CBA4}" presName="spaceRect" presStyleCnt="0"/>
      <dgm:spPr/>
    </dgm:pt>
    <dgm:pt modelId="{383610E3-C7C2-4670-9804-DF3CB9271403}" type="pres">
      <dgm:prSet presAssocID="{B07F7EDC-60C9-4CF8-9DFB-38DA1327CB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3938806-1E0A-497A-9924-BFD7BB7C4106}" srcId="{43C2027C-FB95-4F2F-966E-A83EC807E0E2}" destId="{B1EFFCF4-25E2-49AB-97B3-0DB1EBFE9ADB}" srcOrd="2" destOrd="0" parTransId="{EC6E0289-8FC9-4C33-8BAC-6E551285B961}" sibTransId="{0F661224-1D8C-4F3A-9809-101275FE9224}"/>
    <dgm:cxn modelId="{D64F5B10-9661-48DA-91F5-439D55A8FACE}" srcId="{43C2027C-FB95-4F2F-966E-A83EC807E0E2}" destId="{1F4D6642-81E1-45C6-8317-3240A7AF4530}" srcOrd="0" destOrd="0" parTransId="{E9CCE185-E9F3-40C4-83B0-BBE6137C2DE7}" sibTransId="{2A0F545D-68F4-4169-AB18-318973ABE8A5}"/>
    <dgm:cxn modelId="{277C2A3C-C475-4C63-93B9-5E9474D93947}" type="presOf" srcId="{B1EFFCF4-25E2-49AB-97B3-0DB1EBFE9ADB}" destId="{1055564D-7AF6-42DF-8C4D-A74881C7E3A7}" srcOrd="0" destOrd="0" presId="urn:microsoft.com/office/officeart/2018/2/layout/IconVerticalSolidList"/>
    <dgm:cxn modelId="{7A6F5E6D-497A-48C8-B78A-CC749EC9535A}" type="presOf" srcId="{E686E939-CDB4-4211-BD4E-7D739EC997A9}" destId="{0E7F5015-366D-4890-AFA7-B00E9CBF4884}" srcOrd="0" destOrd="0" presId="urn:microsoft.com/office/officeart/2018/2/layout/IconVerticalSolidList"/>
    <dgm:cxn modelId="{8D1DD894-E395-40D8-A68C-BCF19FD439B0}" srcId="{43C2027C-FB95-4F2F-966E-A83EC807E0E2}" destId="{E686E939-CDB4-4211-BD4E-7D739EC997A9}" srcOrd="1" destOrd="0" parTransId="{EC55EF6B-F529-4178-8DF2-0355624BCD27}" sibTransId="{580A56C3-3876-4674-9D78-15A845225556}"/>
    <dgm:cxn modelId="{D5A1569A-756E-4092-AD06-755A223D5101}" srcId="{43C2027C-FB95-4F2F-966E-A83EC807E0E2}" destId="{B07F7EDC-60C9-4CF8-9DFB-38DA1327CBA4}" srcOrd="3" destOrd="0" parTransId="{0E0BE718-0A40-456C-99DA-B6381349CA41}" sibTransId="{BFE28A17-DDF4-4663-8B47-B08CCEDC2300}"/>
    <dgm:cxn modelId="{38F78ED2-9920-4C6B-AA7B-5FC3FFD36FE2}" type="presOf" srcId="{1F4D6642-81E1-45C6-8317-3240A7AF4530}" destId="{2DD53732-94FE-4576-9899-20A50DA09100}" srcOrd="0" destOrd="0" presId="urn:microsoft.com/office/officeart/2018/2/layout/IconVerticalSolidList"/>
    <dgm:cxn modelId="{C9A379D9-F679-40B2-8B65-915752963BBC}" type="presOf" srcId="{43C2027C-FB95-4F2F-966E-A83EC807E0E2}" destId="{0BD81F42-8082-4240-8A63-4D53DC6620B1}" srcOrd="0" destOrd="0" presId="urn:microsoft.com/office/officeart/2018/2/layout/IconVerticalSolidList"/>
    <dgm:cxn modelId="{16245FEF-535F-4E20-B3D2-8D88191AE9D3}" type="presOf" srcId="{B07F7EDC-60C9-4CF8-9DFB-38DA1327CBA4}" destId="{383610E3-C7C2-4670-9804-DF3CB9271403}" srcOrd="0" destOrd="0" presId="urn:microsoft.com/office/officeart/2018/2/layout/IconVerticalSolidList"/>
    <dgm:cxn modelId="{27ED977B-EEFF-40A5-8760-06B133220448}" type="presParOf" srcId="{0BD81F42-8082-4240-8A63-4D53DC6620B1}" destId="{8CC1AA2A-9684-49E5-B73F-BFB586668882}" srcOrd="0" destOrd="0" presId="urn:microsoft.com/office/officeart/2018/2/layout/IconVerticalSolidList"/>
    <dgm:cxn modelId="{C53A41D6-E364-4492-9825-1D18EEF955D6}" type="presParOf" srcId="{8CC1AA2A-9684-49E5-B73F-BFB586668882}" destId="{8085B4B2-2A9B-4075-948D-04D345571E6E}" srcOrd="0" destOrd="0" presId="urn:microsoft.com/office/officeart/2018/2/layout/IconVerticalSolidList"/>
    <dgm:cxn modelId="{3633B0FC-C2B1-49A0-A5A3-A879683A94A7}" type="presParOf" srcId="{8CC1AA2A-9684-49E5-B73F-BFB586668882}" destId="{ECD888D7-CD5D-41EB-AFA2-B5810CC52887}" srcOrd="1" destOrd="0" presId="urn:microsoft.com/office/officeart/2018/2/layout/IconVerticalSolidList"/>
    <dgm:cxn modelId="{CF6E70F6-0F8F-433B-B7CA-12F5EE1BA200}" type="presParOf" srcId="{8CC1AA2A-9684-49E5-B73F-BFB586668882}" destId="{A6EC839F-7A72-4771-B47C-70D001295D18}" srcOrd="2" destOrd="0" presId="urn:microsoft.com/office/officeart/2018/2/layout/IconVerticalSolidList"/>
    <dgm:cxn modelId="{16BD8E4C-2B10-482C-B1EF-FF691A9E8E33}" type="presParOf" srcId="{8CC1AA2A-9684-49E5-B73F-BFB586668882}" destId="{2DD53732-94FE-4576-9899-20A50DA09100}" srcOrd="3" destOrd="0" presId="urn:microsoft.com/office/officeart/2018/2/layout/IconVerticalSolidList"/>
    <dgm:cxn modelId="{C5B4C95F-26C4-4AC5-98DC-82989A68E27F}" type="presParOf" srcId="{0BD81F42-8082-4240-8A63-4D53DC6620B1}" destId="{40BEC31B-4CF2-43A8-AC71-38CCD23BD329}" srcOrd="1" destOrd="0" presId="urn:microsoft.com/office/officeart/2018/2/layout/IconVerticalSolidList"/>
    <dgm:cxn modelId="{39B4BF86-F2FD-46DC-9529-1510C6DA61A1}" type="presParOf" srcId="{0BD81F42-8082-4240-8A63-4D53DC6620B1}" destId="{BD84AF07-332F-4063-B6EA-A4C6867D7AB8}" srcOrd="2" destOrd="0" presId="urn:microsoft.com/office/officeart/2018/2/layout/IconVerticalSolidList"/>
    <dgm:cxn modelId="{783D0AED-0A1D-4D5F-9FB4-62254A6B528D}" type="presParOf" srcId="{BD84AF07-332F-4063-B6EA-A4C6867D7AB8}" destId="{4B79E11E-6DC5-42FC-8D94-DAE26A21C5CD}" srcOrd="0" destOrd="0" presId="urn:microsoft.com/office/officeart/2018/2/layout/IconVerticalSolidList"/>
    <dgm:cxn modelId="{C50C0067-3ED3-4752-BD1B-4A5BA6B45A2B}" type="presParOf" srcId="{BD84AF07-332F-4063-B6EA-A4C6867D7AB8}" destId="{B0C4F51C-16F6-4F5C-BCC0-42DD075D3040}" srcOrd="1" destOrd="0" presId="urn:microsoft.com/office/officeart/2018/2/layout/IconVerticalSolidList"/>
    <dgm:cxn modelId="{985153B9-A599-46D7-8FD4-A36B3B988317}" type="presParOf" srcId="{BD84AF07-332F-4063-B6EA-A4C6867D7AB8}" destId="{89559036-7F9B-41BB-9DCE-94060B871920}" srcOrd="2" destOrd="0" presId="urn:microsoft.com/office/officeart/2018/2/layout/IconVerticalSolidList"/>
    <dgm:cxn modelId="{443F9D02-A748-4353-B2B7-E816F327C6D2}" type="presParOf" srcId="{BD84AF07-332F-4063-B6EA-A4C6867D7AB8}" destId="{0E7F5015-366D-4890-AFA7-B00E9CBF4884}" srcOrd="3" destOrd="0" presId="urn:microsoft.com/office/officeart/2018/2/layout/IconVerticalSolidList"/>
    <dgm:cxn modelId="{48181DE2-40C8-47D3-9461-0163B239C8DB}" type="presParOf" srcId="{0BD81F42-8082-4240-8A63-4D53DC6620B1}" destId="{59882727-7CA1-431E-98E6-E87E3B9B6794}" srcOrd="3" destOrd="0" presId="urn:microsoft.com/office/officeart/2018/2/layout/IconVerticalSolidList"/>
    <dgm:cxn modelId="{7B4B8E2C-3F5F-4DB7-BE28-273327BCB661}" type="presParOf" srcId="{0BD81F42-8082-4240-8A63-4D53DC6620B1}" destId="{C51B050A-9D89-49AE-BBE2-55C831ED19DF}" srcOrd="4" destOrd="0" presId="urn:microsoft.com/office/officeart/2018/2/layout/IconVerticalSolidList"/>
    <dgm:cxn modelId="{2B4EFD1A-B27A-4BB9-9395-EA2116E72482}" type="presParOf" srcId="{C51B050A-9D89-49AE-BBE2-55C831ED19DF}" destId="{489DD0E6-D30D-4412-BB6F-18109617FEA0}" srcOrd="0" destOrd="0" presId="urn:microsoft.com/office/officeart/2018/2/layout/IconVerticalSolidList"/>
    <dgm:cxn modelId="{5077BC3A-881F-4922-8676-AB90BF5FC64E}" type="presParOf" srcId="{C51B050A-9D89-49AE-BBE2-55C831ED19DF}" destId="{63555DC3-112D-4677-8846-CC75D378CFC6}" srcOrd="1" destOrd="0" presId="urn:microsoft.com/office/officeart/2018/2/layout/IconVerticalSolidList"/>
    <dgm:cxn modelId="{895907DF-14AC-4E53-B78E-E39436834F41}" type="presParOf" srcId="{C51B050A-9D89-49AE-BBE2-55C831ED19DF}" destId="{8D6DCD1F-C7C1-4006-8740-7463218584D5}" srcOrd="2" destOrd="0" presId="urn:microsoft.com/office/officeart/2018/2/layout/IconVerticalSolidList"/>
    <dgm:cxn modelId="{2CAB8CED-E66B-4F11-A5F2-A1A5DB3896B9}" type="presParOf" srcId="{C51B050A-9D89-49AE-BBE2-55C831ED19DF}" destId="{1055564D-7AF6-42DF-8C4D-A74881C7E3A7}" srcOrd="3" destOrd="0" presId="urn:microsoft.com/office/officeart/2018/2/layout/IconVerticalSolidList"/>
    <dgm:cxn modelId="{9E689447-A949-41DD-8381-364F41034810}" type="presParOf" srcId="{0BD81F42-8082-4240-8A63-4D53DC6620B1}" destId="{CAF41632-05E4-42AB-85A4-FF8913C965F3}" srcOrd="5" destOrd="0" presId="urn:microsoft.com/office/officeart/2018/2/layout/IconVerticalSolidList"/>
    <dgm:cxn modelId="{20CF1FB0-0BE5-4629-8C7E-9E92FFE35789}" type="presParOf" srcId="{0BD81F42-8082-4240-8A63-4D53DC6620B1}" destId="{71A67BEF-1A17-467F-912A-B8D918554DAA}" srcOrd="6" destOrd="0" presId="urn:microsoft.com/office/officeart/2018/2/layout/IconVerticalSolidList"/>
    <dgm:cxn modelId="{29107977-816A-409E-843C-EE138EB2ABA9}" type="presParOf" srcId="{71A67BEF-1A17-467F-912A-B8D918554DAA}" destId="{60E0D0A3-86A1-4FEC-8531-85E91E332B7E}" srcOrd="0" destOrd="0" presId="urn:microsoft.com/office/officeart/2018/2/layout/IconVerticalSolidList"/>
    <dgm:cxn modelId="{0F2726D8-98FF-4E37-BC84-B74DA7677033}" type="presParOf" srcId="{71A67BEF-1A17-467F-912A-B8D918554DAA}" destId="{999B989A-9F15-47C5-AE3A-78E03F325C93}" srcOrd="1" destOrd="0" presId="urn:microsoft.com/office/officeart/2018/2/layout/IconVerticalSolidList"/>
    <dgm:cxn modelId="{5FCE73B2-3449-4AB9-B927-45AEC71008A9}" type="presParOf" srcId="{71A67BEF-1A17-467F-912A-B8D918554DAA}" destId="{5E22352F-A6B4-49E7-BEBB-EA0B93B22446}" srcOrd="2" destOrd="0" presId="urn:microsoft.com/office/officeart/2018/2/layout/IconVerticalSolidList"/>
    <dgm:cxn modelId="{0A731072-E4F3-4B86-903F-C6ADDB874769}" type="presParOf" srcId="{71A67BEF-1A17-467F-912A-B8D918554DAA}" destId="{383610E3-C7C2-4670-9804-DF3CB92714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6A08D-D5B6-41D6-8F48-2F8E7BD0174D}">
      <dsp:nvSpPr>
        <dsp:cNvPr id="0" name=""/>
        <dsp:cNvSpPr/>
      </dsp:nvSpPr>
      <dsp:spPr>
        <a:xfrm>
          <a:off x="48398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15B22-6E08-4495-983E-9EC6CA1FF9CF}">
      <dsp:nvSpPr>
        <dsp:cNvPr id="0" name=""/>
        <dsp:cNvSpPr/>
      </dsp:nvSpPr>
      <dsp:spPr>
        <a:xfrm>
          <a:off x="589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Doble reserva de mesas</a:t>
          </a:r>
        </a:p>
      </dsp:txBody>
      <dsp:txXfrm>
        <a:off x="589" y="2210333"/>
        <a:ext cx="1757812" cy="703125"/>
      </dsp:txXfrm>
    </dsp:sp>
    <dsp:sp modelId="{79343BAB-7C90-4924-A0C6-8D0C6547F585}">
      <dsp:nvSpPr>
        <dsp:cNvPr id="0" name=""/>
        <dsp:cNvSpPr/>
      </dsp:nvSpPr>
      <dsp:spPr>
        <a:xfrm>
          <a:off x="254941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B5837-9DF4-49E4-88FE-E7601DEBFCB1}">
      <dsp:nvSpPr>
        <dsp:cNvPr id="0" name=""/>
        <dsp:cNvSpPr/>
      </dsp:nvSpPr>
      <dsp:spPr>
        <a:xfrm>
          <a:off x="206601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Pérdida de clientes por falta de organización</a:t>
          </a:r>
        </a:p>
      </dsp:txBody>
      <dsp:txXfrm>
        <a:off x="2066018" y="2210333"/>
        <a:ext cx="1757812" cy="703125"/>
      </dsp:txXfrm>
    </dsp:sp>
    <dsp:sp modelId="{98DE48E2-DE1F-4A16-88D0-545209286041}">
      <dsp:nvSpPr>
        <dsp:cNvPr id="0" name=""/>
        <dsp:cNvSpPr/>
      </dsp:nvSpPr>
      <dsp:spPr>
        <a:xfrm>
          <a:off x="4614847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DF966-EBEC-442E-8C1D-D9E210A69B57}">
      <dsp:nvSpPr>
        <dsp:cNvPr id="0" name=""/>
        <dsp:cNvSpPr/>
      </dsp:nvSpPr>
      <dsp:spPr>
        <a:xfrm>
          <a:off x="413144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Falta de seguimiento sobre disponibilidad en tiempo real</a:t>
          </a:r>
        </a:p>
      </dsp:txBody>
      <dsp:txXfrm>
        <a:off x="4131448" y="2210333"/>
        <a:ext cx="1757812" cy="703125"/>
      </dsp:txXfrm>
    </dsp:sp>
    <dsp:sp modelId="{D9FF7833-FB15-4E19-A7DC-4DC5C629F44C}">
      <dsp:nvSpPr>
        <dsp:cNvPr id="0" name=""/>
        <dsp:cNvSpPr/>
      </dsp:nvSpPr>
      <dsp:spPr>
        <a:xfrm>
          <a:off x="6680276" y="1155621"/>
          <a:ext cx="791015" cy="7910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C088E-6810-47E1-9A78-16B2BA738F79}">
      <dsp:nvSpPr>
        <dsp:cNvPr id="0" name=""/>
        <dsp:cNvSpPr/>
      </dsp:nvSpPr>
      <dsp:spPr>
        <a:xfrm>
          <a:off x="6196878" y="2210333"/>
          <a:ext cx="1757812" cy="7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Administración poco clara del historial de clientes y reservas</a:t>
          </a:r>
        </a:p>
      </dsp:txBody>
      <dsp:txXfrm>
        <a:off x="6196878" y="2210333"/>
        <a:ext cx="1757812" cy="703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388E5-BB05-442D-A707-3E5537C8D2C0}">
      <dsp:nvSpPr>
        <dsp:cNvPr id="0" name=""/>
        <dsp:cNvSpPr/>
      </dsp:nvSpPr>
      <dsp:spPr>
        <a:xfrm>
          <a:off x="0" y="4256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ED2A0-FB89-4186-BFA8-0AFDE185876F}">
      <dsp:nvSpPr>
        <dsp:cNvPr id="0" name=""/>
        <dsp:cNvSpPr/>
      </dsp:nvSpPr>
      <dsp:spPr>
        <a:xfrm>
          <a:off x="274227" y="208227"/>
          <a:ext cx="498596" cy="4985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68524-03A3-456B-A4F5-08A42FD43702}">
      <dsp:nvSpPr>
        <dsp:cNvPr id="0" name=""/>
        <dsp:cNvSpPr/>
      </dsp:nvSpPr>
      <dsp:spPr>
        <a:xfrm>
          <a:off x="1047052" y="4256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Plataforma web + panel de administración</a:t>
          </a:r>
        </a:p>
      </dsp:txBody>
      <dsp:txXfrm>
        <a:off x="1047052" y="4256"/>
        <a:ext cx="3670616" cy="906538"/>
      </dsp:txXfrm>
    </dsp:sp>
    <dsp:sp modelId="{4AC61D30-33D0-428E-AF11-EF2F2A578942}">
      <dsp:nvSpPr>
        <dsp:cNvPr id="0" name=""/>
        <dsp:cNvSpPr/>
      </dsp:nvSpPr>
      <dsp:spPr>
        <a:xfrm>
          <a:off x="0" y="1137429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40B2B-E511-45B8-A49F-F145CF1B1E68}">
      <dsp:nvSpPr>
        <dsp:cNvPr id="0" name=""/>
        <dsp:cNvSpPr/>
      </dsp:nvSpPr>
      <dsp:spPr>
        <a:xfrm>
          <a:off x="274227" y="1341400"/>
          <a:ext cx="498596" cy="4985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498DB-A0E6-45BA-A935-ADE4DD5C5F24}">
      <dsp:nvSpPr>
        <dsp:cNvPr id="0" name=""/>
        <dsp:cNvSpPr/>
      </dsp:nvSpPr>
      <dsp:spPr>
        <a:xfrm>
          <a:off x="1047052" y="1137429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Clientes: reservas en línea en pocos clics</a:t>
          </a:r>
        </a:p>
      </dsp:txBody>
      <dsp:txXfrm>
        <a:off x="1047052" y="1137429"/>
        <a:ext cx="3670616" cy="906538"/>
      </dsp:txXfrm>
    </dsp:sp>
    <dsp:sp modelId="{F9426EAD-830F-4A28-88B4-8769E47B40B1}">
      <dsp:nvSpPr>
        <dsp:cNvPr id="0" name=""/>
        <dsp:cNvSpPr/>
      </dsp:nvSpPr>
      <dsp:spPr>
        <a:xfrm>
          <a:off x="0" y="2270603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54806-7627-47B2-8582-A74ADC6D63E0}">
      <dsp:nvSpPr>
        <dsp:cNvPr id="0" name=""/>
        <dsp:cNvSpPr/>
      </dsp:nvSpPr>
      <dsp:spPr>
        <a:xfrm>
          <a:off x="274227" y="2474574"/>
          <a:ext cx="498596" cy="4985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F2C21-16FA-4E72-9381-55CAFC7C83E9}">
      <dsp:nvSpPr>
        <dsp:cNvPr id="0" name=""/>
        <dsp:cNvSpPr/>
      </dsp:nvSpPr>
      <dsp:spPr>
        <a:xfrm>
          <a:off x="1047052" y="2270603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Administradores: gestionan mesas, editan reservas, ven estadísticas</a:t>
          </a:r>
        </a:p>
      </dsp:txBody>
      <dsp:txXfrm>
        <a:off x="1047052" y="2270603"/>
        <a:ext cx="3670616" cy="906538"/>
      </dsp:txXfrm>
    </dsp:sp>
    <dsp:sp modelId="{C4AA0874-A266-4CC9-8140-4D7E4A23EB92}">
      <dsp:nvSpPr>
        <dsp:cNvPr id="0" name=""/>
        <dsp:cNvSpPr/>
      </dsp:nvSpPr>
      <dsp:spPr>
        <a:xfrm>
          <a:off x="0" y="3403776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6EBD7-B185-436D-B9FE-3969EAF07402}">
      <dsp:nvSpPr>
        <dsp:cNvPr id="0" name=""/>
        <dsp:cNvSpPr/>
      </dsp:nvSpPr>
      <dsp:spPr>
        <a:xfrm>
          <a:off x="274227" y="3607747"/>
          <a:ext cx="498596" cy="4985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5259B-2D0B-4615-8F63-7E9947E27535}">
      <dsp:nvSpPr>
        <dsp:cNvPr id="0" name=""/>
        <dsp:cNvSpPr/>
      </dsp:nvSpPr>
      <dsp:spPr>
        <a:xfrm>
          <a:off x="1047052" y="3403776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Asignación automática de mesas por disponibilidad</a:t>
          </a:r>
        </a:p>
      </dsp:txBody>
      <dsp:txXfrm>
        <a:off x="1047052" y="3403776"/>
        <a:ext cx="3670616" cy="906538"/>
      </dsp:txXfrm>
    </dsp:sp>
    <dsp:sp modelId="{66EC394E-EE3A-474F-A64D-E46BC2CDBAA7}">
      <dsp:nvSpPr>
        <dsp:cNvPr id="0" name=""/>
        <dsp:cNvSpPr/>
      </dsp:nvSpPr>
      <dsp:spPr>
        <a:xfrm>
          <a:off x="0" y="4536950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0C443-E65A-4183-BCC3-880C38FEE0CE}">
      <dsp:nvSpPr>
        <dsp:cNvPr id="0" name=""/>
        <dsp:cNvSpPr/>
      </dsp:nvSpPr>
      <dsp:spPr>
        <a:xfrm>
          <a:off x="274227" y="4740921"/>
          <a:ext cx="498596" cy="4985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B4F86-E7AD-45BA-8C12-D6D0299452AC}">
      <dsp:nvSpPr>
        <dsp:cNvPr id="0" name=""/>
        <dsp:cNvSpPr/>
      </dsp:nvSpPr>
      <dsp:spPr>
        <a:xfrm>
          <a:off x="1047052" y="4536950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Notificaciones de confirmación o cambios vía email/SMS</a:t>
          </a:r>
        </a:p>
      </dsp:txBody>
      <dsp:txXfrm>
        <a:off x="1047052" y="4536950"/>
        <a:ext cx="3670616" cy="9065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ADC35-FEEE-483B-A6AC-0027B966631D}">
      <dsp:nvSpPr>
        <dsp:cNvPr id="0" name=""/>
        <dsp:cNvSpPr/>
      </dsp:nvSpPr>
      <dsp:spPr>
        <a:xfrm>
          <a:off x="2152113" y="711073"/>
          <a:ext cx="464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4568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2018" y="754317"/>
        <a:ext cx="24758" cy="4951"/>
      </dsp:txXfrm>
    </dsp:sp>
    <dsp:sp modelId="{32185BCC-2D74-46DA-8D86-9C5A6475EABD}">
      <dsp:nvSpPr>
        <dsp:cNvPr id="0" name=""/>
        <dsp:cNvSpPr/>
      </dsp:nvSpPr>
      <dsp:spPr>
        <a:xfrm>
          <a:off x="1008" y="110921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Registro y login de clientes implementados</a:t>
          </a:r>
        </a:p>
      </dsp:txBody>
      <dsp:txXfrm>
        <a:off x="1008" y="110921"/>
        <a:ext cx="2152904" cy="1291742"/>
      </dsp:txXfrm>
    </dsp:sp>
    <dsp:sp modelId="{74F7EDBE-03EC-4D94-9062-A12B6B590C45}">
      <dsp:nvSpPr>
        <dsp:cNvPr id="0" name=""/>
        <dsp:cNvSpPr/>
      </dsp:nvSpPr>
      <dsp:spPr>
        <a:xfrm>
          <a:off x="1077460" y="1400864"/>
          <a:ext cx="2648073" cy="464568"/>
        </a:xfrm>
        <a:custGeom>
          <a:avLst/>
          <a:gdLst/>
          <a:ahLst/>
          <a:cxnLst/>
          <a:rect l="0" t="0" r="0" b="0"/>
          <a:pathLst>
            <a:path>
              <a:moveTo>
                <a:pt x="2648073" y="0"/>
              </a:moveTo>
              <a:lnTo>
                <a:pt x="2648073" y="249384"/>
              </a:lnTo>
              <a:lnTo>
                <a:pt x="0" y="249384"/>
              </a:lnTo>
              <a:lnTo>
                <a:pt x="0" y="464568"/>
              </a:lnTo>
            </a:path>
          </a:pathLst>
        </a:custGeom>
        <a:noFill/>
        <a:ln w="9525" cap="flat" cmpd="sng" algn="ctr">
          <a:solidFill>
            <a:schemeClr val="accent5">
              <a:hueOff val="581886"/>
              <a:satOff val="1939"/>
              <a:lumOff val="220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4148" y="1630673"/>
        <a:ext cx="134698" cy="4951"/>
      </dsp:txXfrm>
    </dsp:sp>
    <dsp:sp modelId="{632A6F85-F700-45D1-8491-21001B545DDB}">
      <dsp:nvSpPr>
        <dsp:cNvPr id="0" name=""/>
        <dsp:cNvSpPr/>
      </dsp:nvSpPr>
      <dsp:spPr>
        <a:xfrm>
          <a:off x="2649081" y="110921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465509"/>
                <a:satOff val="1551"/>
                <a:lumOff val="1765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465509"/>
                <a:satOff val="1551"/>
                <a:lumOff val="1765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Vista de disponibilidad de mesas funcional</a:t>
          </a:r>
        </a:p>
      </dsp:txBody>
      <dsp:txXfrm>
        <a:off x="2649081" y="110921"/>
        <a:ext cx="2152904" cy="1291742"/>
      </dsp:txXfrm>
    </dsp:sp>
    <dsp:sp modelId="{DBBFC1BC-0363-4416-88BE-EE1AF0AA425F}">
      <dsp:nvSpPr>
        <dsp:cNvPr id="0" name=""/>
        <dsp:cNvSpPr/>
      </dsp:nvSpPr>
      <dsp:spPr>
        <a:xfrm>
          <a:off x="2152113" y="2497984"/>
          <a:ext cx="464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4568" y="45720"/>
              </a:lnTo>
            </a:path>
          </a:pathLst>
        </a:custGeom>
        <a:noFill/>
        <a:ln w="9525" cap="flat" cmpd="sng" algn="ctr">
          <a:solidFill>
            <a:schemeClr val="accent5">
              <a:hueOff val="1163773"/>
              <a:satOff val="3877"/>
              <a:lumOff val="441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2018" y="2541228"/>
        <a:ext cx="24758" cy="4951"/>
      </dsp:txXfrm>
    </dsp:sp>
    <dsp:sp modelId="{A77B653B-8EAE-4597-B3E6-E7B94A100335}">
      <dsp:nvSpPr>
        <dsp:cNvPr id="0" name=""/>
        <dsp:cNvSpPr/>
      </dsp:nvSpPr>
      <dsp:spPr>
        <a:xfrm>
          <a:off x="1008" y="1897833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931018"/>
                <a:satOff val="3102"/>
                <a:lumOff val="3529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931018"/>
                <a:satOff val="3102"/>
                <a:lumOff val="3529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Sistema de reservas operando</a:t>
          </a:r>
        </a:p>
      </dsp:txBody>
      <dsp:txXfrm>
        <a:off x="1008" y="1897833"/>
        <a:ext cx="2152904" cy="1291742"/>
      </dsp:txXfrm>
    </dsp:sp>
    <dsp:sp modelId="{A04C6379-301D-4004-91E3-306C2BC41441}">
      <dsp:nvSpPr>
        <dsp:cNvPr id="0" name=""/>
        <dsp:cNvSpPr/>
      </dsp:nvSpPr>
      <dsp:spPr>
        <a:xfrm>
          <a:off x="1077460" y="3187775"/>
          <a:ext cx="2648073" cy="464568"/>
        </a:xfrm>
        <a:custGeom>
          <a:avLst/>
          <a:gdLst/>
          <a:ahLst/>
          <a:cxnLst/>
          <a:rect l="0" t="0" r="0" b="0"/>
          <a:pathLst>
            <a:path>
              <a:moveTo>
                <a:pt x="2648073" y="0"/>
              </a:moveTo>
              <a:lnTo>
                <a:pt x="2648073" y="249384"/>
              </a:lnTo>
              <a:lnTo>
                <a:pt x="0" y="249384"/>
              </a:lnTo>
              <a:lnTo>
                <a:pt x="0" y="464568"/>
              </a:lnTo>
            </a:path>
          </a:pathLst>
        </a:custGeom>
        <a:noFill/>
        <a:ln w="9525" cap="flat" cmpd="sng" algn="ctr">
          <a:solidFill>
            <a:schemeClr val="accent5">
              <a:hueOff val="1745659"/>
              <a:satOff val="5816"/>
              <a:lumOff val="661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4148" y="3417584"/>
        <a:ext cx="134698" cy="4951"/>
      </dsp:txXfrm>
    </dsp:sp>
    <dsp:sp modelId="{66EE0AD5-42A0-4B07-952C-58F27626870B}">
      <dsp:nvSpPr>
        <dsp:cNvPr id="0" name=""/>
        <dsp:cNvSpPr/>
      </dsp:nvSpPr>
      <dsp:spPr>
        <a:xfrm>
          <a:off x="2649081" y="1897833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1396527"/>
                <a:satOff val="4653"/>
                <a:lumOff val="529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1396527"/>
                <a:satOff val="4653"/>
                <a:lumOff val="529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Panel de administración para mesas y reservas</a:t>
          </a:r>
        </a:p>
      </dsp:txBody>
      <dsp:txXfrm>
        <a:off x="2649081" y="1897833"/>
        <a:ext cx="2152904" cy="1291742"/>
      </dsp:txXfrm>
    </dsp:sp>
    <dsp:sp modelId="{94606F91-258A-4FE1-8A32-BB61DF029D13}">
      <dsp:nvSpPr>
        <dsp:cNvPr id="0" name=""/>
        <dsp:cNvSpPr/>
      </dsp:nvSpPr>
      <dsp:spPr>
        <a:xfrm>
          <a:off x="2152113" y="4284895"/>
          <a:ext cx="464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4568" y="45720"/>
              </a:lnTo>
            </a:path>
          </a:pathLst>
        </a:custGeom>
        <a:noFill/>
        <a:ln w="9525" cap="flat" cmpd="sng" algn="ctr">
          <a:solidFill>
            <a:schemeClr val="accent5">
              <a:hueOff val="2327545"/>
              <a:satOff val="7755"/>
              <a:lumOff val="882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2018" y="4328139"/>
        <a:ext cx="24758" cy="4951"/>
      </dsp:txXfrm>
    </dsp:sp>
    <dsp:sp modelId="{B946D1E7-CC5D-4D64-8004-634259F1D14E}">
      <dsp:nvSpPr>
        <dsp:cNvPr id="0" name=""/>
        <dsp:cNvSpPr/>
      </dsp:nvSpPr>
      <dsp:spPr>
        <a:xfrm>
          <a:off x="1008" y="3684744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1862036"/>
                <a:satOff val="6204"/>
                <a:lumOff val="7058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1862036"/>
                <a:satOff val="6204"/>
                <a:lumOff val="7058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Base de datos conectada y operativa</a:t>
          </a:r>
        </a:p>
      </dsp:txBody>
      <dsp:txXfrm>
        <a:off x="1008" y="3684744"/>
        <a:ext cx="2152904" cy="1291742"/>
      </dsp:txXfrm>
    </dsp:sp>
    <dsp:sp modelId="{E8C7C290-E23D-4E70-9C9C-FE60EE95A41D}">
      <dsp:nvSpPr>
        <dsp:cNvPr id="0" name=""/>
        <dsp:cNvSpPr/>
      </dsp:nvSpPr>
      <dsp:spPr>
        <a:xfrm>
          <a:off x="2649081" y="3684744"/>
          <a:ext cx="2152904" cy="1291742"/>
        </a:xfrm>
        <a:prstGeom prst="rect">
          <a:avLst/>
        </a:prstGeom>
        <a:gradFill rotWithShape="0">
          <a:gsLst>
            <a:gs pos="0">
              <a:schemeClr val="accent5">
                <a:hueOff val="2327545"/>
                <a:satOff val="7755"/>
                <a:lumOff val="8823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2327545"/>
                <a:satOff val="7755"/>
                <a:lumOff val="8823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494" tIns="110735" rIns="105494" bIns="11073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Diseño de interfaz amigable (versión beta)</a:t>
          </a:r>
        </a:p>
      </dsp:txBody>
      <dsp:txXfrm>
        <a:off x="2649081" y="3684744"/>
        <a:ext cx="2152904" cy="12917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95487-6E4D-42B2-8159-27D39F7E0E83}">
      <dsp:nvSpPr>
        <dsp:cNvPr id="0" name=""/>
        <dsp:cNvSpPr/>
      </dsp:nvSpPr>
      <dsp:spPr>
        <a:xfrm>
          <a:off x="-62549" y="12215"/>
          <a:ext cx="4987751" cy="903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F823C-2E50-4541-90CC-15F732307412}">
      <dsp:nvSpPr>
        <dsp:cNvPr id="0" name=""/>
        <dsp:cNvSpPr/>
      </dsp:nvSpPr>
      <dsp:spPr>
        <a:xfrm>
          <a:off x="210876" y="215590"/>
          <a:ext cx="497137" cy="4971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34B94-1669-4CC4-A894-00367779BF0D}">
      <dsp:nvSpPr>
        <dsp:cNvPr id="0" name=""/>
        <dsp:cNvSpPr/>
      </dsp:nvSpPr>
      <dsp:spPr>
        <a:xfrm>
          <a:off x="981438" y="12215"/>
          <a:ext cx="3941721" cy="903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61" tIns="95661" rIns="95661" bIns="956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Modelo</a:t>
          </a:r>
          <a:r>
            <a:rPr lang="en-US" sz="1600" kern="1200" dirty="0"/>
            <a:t> de Desarrollo incremental</a:t>
          </a:r>
        </a:p>
      </dsp:txBody>
      <dsp:txXfrm>
        <a:off x="981438" y="12215"/>
        <a:ext cx="3941721" cy="903885"/>
      </dsp:txXfrm>
    </dsp:sp>
    <dsp:sp modelId="{1DF1371A-26B1-4CFD-9B71-15A2C6FF00FE}">
      <dsp:nvSpPr>
        <dsp:cNvPr id="0" name=""/>
        <dsp:cNvSpPr/>
      </dsp:nvSpPr>
      <dsp:spPr>
        <a:xfrm>
          <a:off x="-62549" y="1142072"/>
          <a:ext cx="4987751" cy="903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C6342-3E80-414C-A098-FD81F402A8AD}">
      <dsp:nvSpPr>
        <dsp:cNvPr id="0" name=""/>
        <dsp:cNvSpPr/>
      </dsp:nvSpPr>
      <dsp:spPr>
        <a:xfrm>
          <a:off x="210876" y="1345447"/>
          <a:ext cx="497137" cy="4971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7F312-8A52-4A3D-B1F3-AA476AD68C45}">
      <dsp:nvSpPr>
        <dsp:cNvPr id="0" name=""/>
        <dsp:cNvSpPr/>
      </dsp:nvSpPr>
      <dsp:spPr>
        <a:xfrm>
          <a:off x="981438" y="1142072"/>
          <a:ext cx="3941721" cy="903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61" tIns="95661" rIns="95661" bIns="956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Backend</a:t>
          </a:r>
          <a:r>
            <a:rPr lang="en-US" sz="1600" kern="1200"/>
            <a:t>: S</a:t>
          </a:r>
          <a:r>
            <a:rPr lang="es-CO" sz="1600" kern="1200"/>
            <a:t>pringboot</a:t>
          </a:r>
          <a:endParaRPr lang="en-US" sz="1600" kern="1200" dirty="0"/>
        </a:p>
      </dsp:txBody>
      <dsp:txXfrm>
        <a:off x="981438" y="1142072"/>
        <a:ext cx="3941721" cy="903885"/>
      </dsp:txXfrm>
    </dsp:sp>
    <dsp:sp modelId="{A9F43868-7FCF-4758-A229-DACC84775E32}">
      <dsp:nvSpPr>
        <dsp:cNvPr id="0" name=""/>
        <dsp:cNvSpPr/>
      </dsp:nvSpPr>
      <dsp:spPr>
        <a:xfrm>
          <a:off x="-62549" y="2231056"/>
          <a:ext cx="4987751" cy="903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9D9E5A-83AE-4D9F-864A-18A28107748B}">
      <dsp:nvSpPr>
        <dsp:cNvPr id="0" name=""/>
        <dsp:cNvSpPr/>
      </dsp:nvSpPr>
      <dsp:spPr>
        <a:xfrm>
          <a:off x="210876" y="2475303"/>
          <a:ext cx="497137" cy="4971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7BB-D6EE-4CAB-961E-A69BD7154631}">
      <dsp:nvSpPr>
        <dsp:cNvPr id="0" name=""/>
        <dsp:cNvSpPr/>
      </dsp:nvSpPr>
      <dsp:spPr>
        <a:xfrm>
          <a:off x="981438" y="2271929"/>
          <a:ext cx="3941721" cy="903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61" tIns="95661" rIns="95661" bIns="956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Base de Datos: MySQL / PostgreSQL</a:t>
          </a:r>
        </a:p>
      </dsp:txBody>
      <dsp:txXfrm>
        <a:off x="981438" y="2271929"/>
        <a:ext cx="3941721" cy="903885"/>
      </dsp:txXfrm>
    </dsp:sp>
    <dsp:sp modelId="{5A7A4945-6A58-40AA-A19E-405584A121C5}">
      <dsp:nvSpPr>
        <dsp:cNvPr id="0" name=""/>
        <dsp:cNvSpPr/>
      </dsp:nvSpPr>
      <dsp:spPr>
        <a:xfrm>
          <a:off x="-62549" y="3401786"/>
          <a:ext cx="4987751" cy="903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3FAA8-5D4C-4274-8454-55AD6970151A}">
      <dsp:nvSpPr>
        <dsp:cNvPr id="0" name=""/>
        <dsp:cNvSpPr/>
      </dsp:nvSpPr>
      <dsp:spPr>
        <a:xfrm>
          <a:off x="210876" y="3605160"/>
          <a:ext cx="497137" cy="4971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4C2E6-923D-44BD-B5B9-7B40276E9309}">
      <dsp:nvSpPr>
        <dsp:cNvPr id="0" name=""/>
        <dsp:cNvSpPr/>
      </dsp:nvSpPr>
      <dsp:spPr>
        <a:xfrm>
          <a:off x="981438" y="3401786"/>
          <a:ext cx="3941721" cy="903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61" tIns="95661" rIns="95661" bIns="956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Frontend: JavaScript </a:t>
          </a:r>
        </a:p>
      </dsp:txBody>
      <dsp:txXfrm>
        <a:off x="981438" y="3401786"/>
        <a:ext cx="3941721" cy="903885"/>
      </dsp:txXfrm>
    </dsp:sp>
    <dsp:sp modelId="{1962E748-9D40-43A6-B2AF-494A120CB55F}">
      <dsp:nvSpPr>
        <dsp:cNvPr id="0" name=""/>
        <dsp:cNvSpPr/>
      </dsp:nvSpPr>
      <dsp:spPr>
        <a:xfrm>
          <a:off x="-62549" y="4531643"/>
          <a:ext cx="4987751" cy="9038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B7FDD-602C-42CB-B6AF-D283A0B790AD}">
      <dsp:nvSpPr>
        <dsp:cNvPr id="0" name=""/>
        <dsp:cNvSpPr/>
      </dsp:nvSpPr>
      <dsp:spPr>
        <a:xfrm>
          <a:off x="210876" y="4735017"/>
          <a:ext cx="497137" cy="4971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C2BC6-D25F-48B7-875C-D81CD783C801}">
      <dsp:nvSpPr>
        <dsp:cNvPr id="0" name=""/>
        <dsp:cNvSpPr/>
      </dsp:nvSpPr>
      <dsp:spPr>
        <a:xfrm>
          <a:off x="854298" y="4531643"/>
          <a:ext cx="4196001" cy="903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661" tIns="95661" rIns="95661" bIns="956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Fases</a:t>
          </a:r>
          <a:r>
            <a:rPr lang="en-US" sz="1600" kern="1200" dirty="0"/>
            <a:t>: </a:t>
          </a:r>
          <a:r>
            <a:rPr lang="en-US" sz="1600" kern="1200" dirty="0" err="1"/>
            <a:t>análisis</a:t>
          </a:r>
          <a:r>
            <a:rPr lang="en-US" sz="1600" kern="1200" dirty="0"/>
            <a:t> → </a:t>
          </a:r>
          <a:r>
            <a:rPr lang="en-US" sz="1600" kern="1200" dirty="0" err="1"/>
            <a:t>diseño</a:t>
          </a:r>
          <a:r>
            <a:rPr lang="en-US" sz="1600" kern="1200" dirty="0"/>
            <a:t> → </a:t>
          </a:r>
          <a:r>
            <a:rPr lang="en-US" sz="1600" kern="1200" dirty="0" err="1"/>
            <a:t>desarrollo</a:t>
          </a:r>
          <a:r>
            <a:rPr lang="en-US" sz="1600" kern="1200" dirty="0"/>
            <a:t> modular → </a:t>
          </a:r>
          <a:r>
            <a:rPr lang="en-US" sz="1600" kern="1200" dirty="0" err="1"/>
            <a:t>pruebas</a:t>
          </a:r>
          <a:r>
            <a:rPr lang="en-US" sz="1600" kern="1200" dirty="0"/>
            <a:t> → </a:t>
          </a:r>
          <a:r>
            <a:rPr lang="en-US" sz="1600" kern="1200" dirty="0" err="1"/>
            <a:t>ajustes</a:t>
          </a:r>
          <a:r>
            <a:rPr lang="en-US" sz="1600" kern="1200" dirty="0"/>
            <a:t> finales</a:t>
          </a:r>
        </a:p>
      </dsp:txBody>
      <dsp:txXfrm>
        <a:off x="854298" y="4531643"/>
        <a:ext cx="4196001" cy="903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5B4B2-2A9B-4075-948D-04D345571E6E}">
      <dsp:nvSpPr>
        <dsp:cNvPr id="0" name=""/>
        <dsp:cNvSpPr/>
      </dsp:nvSpPr>
      <dsp:spPr>
        <a:xfrm>
          <a:off x="0" y="2111"/>
          <a:ext cx="4802995" cy="10701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D888D7-CD5D-41EB-AFA2-B5810CC52887}">
      <dsp:nvSpPr>
        <dsp:cNvPr id="0" name=""/>
        <dsp:cNvSpPr/>
      </dsp:nvSpPr>
      <dsp:spPr>
        <a:xfrm>
          <a:off x="323718" y="242893"/>
          <a:ext cx="588579" cy="5885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53732-94FE-4576-9899-20A50DA09100}">
      <dsp:nvSpPr>
        <dsp:cNvPr id="0" name=""/>
        <dsp:cNvSpPr/>
      </dsp:nvSpPr>
      <dsp:spPr>
        <a:xfrm>
          <a:off x="1236016" y="2111"/>
          <a:ext cx="3566978" cy="107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57" tIns="113257" rIns="113257" bIns="1132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Mejora la organización y eficiencia del restaurante</a:t>
          </a:r>
        </a:p>
      </dsp:txBody>
      <dsp:txXfrm>
        <a:off x="1236016" y="2111"/>
        <a:ext cx="3566978" cy="1070144"/>
      </dsp:txXfrm>
    </dsp:sp>
    <dsp:sp modelId="{4B79E11E-6DC5-42FC-8D94-DAE26A21C5CD}">
      <dsp:nvSpPr>
        <dsp:cNvPr id="0" name=""/>
        <dsp:cNvSpPr/>
      </dsp:nvSpPr>
      <dsp:spPr>
        <a:xfrm>
          <a:off x="0" y="1339792"/>
          <a:ext cx="4802995" cy="10701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4F51C-16F6-4F5C-BCC0-42DD075D3040}">
      <dsp:nvSpPr>
        <dsp:cNvPr id="0" name=""/>
        <dsp:cNvSpPr/>
      </dsp:nvSpPr>
      <dsp:spPr>
        <a:xfrm>
          <a:off x="323718" y="1580574"/>
          <a:ext cx="588579" cy="5885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F5015-366D-4890-AFA7-B00E9CBF4884}">
      <dsp:nvSpPr>
        <dsp:cNvPr id="0" name=""/>
        <dsp:cNvSpPr/>
      </dsp:nvSpPr>
      <dsp:spPr>
        <a:xfrm>
          <a:off x="1236016" y="1339792"/>
          <a:ext cx="3566978" cy="107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57" tIns="113257" rIns="113257" bIns="1132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Facilita la experiencia del cliente</a:t>
          </a:r>
        </a:p>
      </dsp:txBody>
      <dsp:txXfrm>
        <a:off x="1236016" y="1339792"/>
        <a:ext cx="3566978" cy="1070144"/>
      </dsp:txXfrm>
    </dsp:sp>
    <dsp:sp modelId="{489DD0E6-D30D-4412-BB6F-18109617FEA0}">
      <dsp:nvSpPr>
        <dsp:cNvPr id="0" name=""/>
        <dsp:cNvSpPr/>
      </dsp:nvSpPr>
      <dsp:spPr>
        <a:xfrm>
          <a:off x="0" y="2677472"/>
          <a:ext cx="4802995" cy="10701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55DC3-112D-4677-8846-CC75D378CFC6}">
      <dsp:nvSpPr>
        <dsp:cNvPr id="0" name=""/>
        <dsp:cNvSpPr/>
      </dsp:nvSpPr>
      <dsp:spPr>
        <a:xfrm>
          <a:off x="323718" y="2918255"/>
          <a:ext cx="588579" cy="5885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5564D-7AF6-42DF-8C4D-A74881C7E3A7}">
      <dsp:nvSpPr>
        <dsp:cNvPr id="0" name=""/>
        <dsp:cNvSpPr/>
      </dsp:nvSpPr>
      <dsp:spPr>
        <a:xfrm>
          <a:off x="1236016" y="2677472"/>
          <a:ext cx="3566978" cy="107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57" tIns="113257" rIns="113257" bIns="1132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Reduce la carga de trabajo del administrador</a:t>
          </a:r>
        </a:p>
      </dsp:txBody>
      <dsp:txXfrm>
        <a:off x="1236016" y="2677472"/>
        <a:ext cx="3566978" cy="1070144"/>
      </dsp:txXfrm>
    </dsp:sp>
    <dsp:sp modelId="{60E0D0A3-86A1-4FEC-8531-85E91E332B7E}">
      <dsp:nvSpPr>
        <dsp:cNvPr id="0" name=""/>
        <dsp:cNvSpPr/>
      </dsp:nvSpPr>
      <dsp:spPr>
        <a:xfrm>
          <a:off x="0" y="4015153"/>
          <a:ext cx="4802995" cy="10701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B989A-9F15-47C5-AE3A-78E03F325C93}">
      <dsp:nvSpPr>
        <dsp:cNvPr id="0" name=""/>
        <dsp:cNvSpPr/>
      </dsp:nvSpPr>
      <dsp:spPr>
        <a:xfrm>
          <a:off x="323718" y="4255935"/>
          <a:ext cx="588579" cy="5885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610E3-C7C2-4670-9804-DF3CB9271403}">
      <dsp:nvSpPr>
        <dsp:cNvPr id="0" name=""/>
        <dsp:cNvSpPr/>
      </dsp:nvSpPr>
      <dsp:spPr>
        <a:xfrm>
          <a:off x="1236016" y="4015153"/>
          <a:ext cx="3566978" cy="1070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57" tIns="113257" rIns="113257" bIns="11325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Escalable: pagos en línea, reportes, encuestas de satisfacción</a:t>
          </a:r>
        </a:p>
      </dsp:txBody>
      <dsp:txXfrm>
        <a:off x="1236016" y="4015153"/>
        <a:ext cx="3566978" cy="1070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7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5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1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2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3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5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7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1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47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49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89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22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38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36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8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93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496C6C-A85F-426B-9ED1-3444166C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2" y="821265"/>
            <a:ext cx="4574029" cy="5222117"/>
          </a:xfrm>
        </p:spPr>
        <p:txBody>
          <a:bodyPr anchor="ctr">
            <a:normAutofit/>
          </a:bodyPr>
          <a:lstStyle/>
          <a:p>
            <a:pPr algn="r"/>
            <a:r>
              <a:rPr lang="es-CO" sz="4700"/>
              <a:t>Sistema de Gestión de Reservas para Restaurantes</a:t>
            </a:r>
            <a:br>
              <a:rPr lang="es-CO" sz="4700"/>
            </a:br>
            <a:endParaRPr lang="es-CO" sz="47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0EF22F-5D3C-4240-8C32-1B20803E5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47831" y="1923563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912EF34-0253-41FD-9940-D8FBB7DE7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4801556" y="2497934"/>
            <a:ext cx="6857999" cy="186213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7271" y="821265"/>
            <a:ext cx="2449284" cy="5222117"/>
          </a:xfrm>
        </p:spPr>
        <p:txBody>
          <a:bodyPr anchor="ctr">
            <a:normAutofit/>
          </a:bodyPr>
          <a:lstStyle/>
          <a:p>
            <a:endParaRPr lang="es-CO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Identificado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0C52FB-D0A2-6CC0-C5E2-5CDA3F1B42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4360" y="2194560"/>
          <a:ext cx="7955280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3100">
                <a:solidFill>
                  <a:schemeClr val="bg1"/>
                </a:solidFill>
              </a:rPr>
              <a:t>Solución Propuesta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A8AD0D-603E-B380-C88A-5F670E8E3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927277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2800"/>
              <a:t>Avances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D21C3D-D399-2054-59BC-A1EC57BA6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981791"/>
              </p:ext>
            </p:extLst>
          </p:nvPr>
        </p:nvGraphicFramePr>
        <p:xfrm>
          <a:off x="3508758" y="1127125"/>
          <a:ext cx="4802995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2200" dirty="0">
                <a:solidFill>
                  <a:schemeClr val="bg1"/>
                </a:solidFill>
              </a:rPr>
              <a:t>Metodología y Herramientas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AEC93-DC74-CE61-4C64-136A2D5EE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054062"/>
              </p:ext>
            </p:extLst>
          </p:nvPr>
        </p:nvGraphicFramePr>
        <p:xfrm>
          <a:off x="3959604" y="746125"/>
          <a:ext cx="4987751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s-CO" sz="2200" dirty="0"/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BE9053-0F55-6E0A-78EA-A1D7DCFE7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82954"/>
              </p:ext>
            </p:extLst>
          </p:nvPr>
        </p:nvGraphicFramePr>
        <p:xfrm>
          <a:off x="3508758" y="1127125"/>
          <a:ext cx="4802995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737ADF74573B45A5C275D5ACCA6414" ma:contentTypeVersion="10" ma:contentTypeDescription="Crear nuevo documento." ma:contentTypeScope="" ma:versionID="5fa2893fe0d6cc601cf9846ab3d0259d">
  <xsd:schema xmlns:xsd="http://www.w3.org/2001/XMLSchema" xmlns:xs="http://www.w3.org/2001/XMLSchema" xmlns:p="http://schemas.microsoft.com/office/2006/metadata/properties" xmlns:ns3="5f7081e1-d4b6-4fe4-ae6e-82e479895780" targetNamespace="http://schemas.microsoft.com/office/2006/metadata/properties" ma:root="true" ma:fieldsID="02bad6eb0097e0729f258d18d719f363" ns3:_="">
    <xsd:import namespace="5f7081e1-d4b6-4fe4-ae6e-82e4798957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081e1-d4b6-4fe4-ae6e-82e4798957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A2ED8F-D1A6-4555-926D-7655673CA9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663A29-5DB3-4AF6-8424-B3B84B9D86FC}">
  <ds:schemaRefs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5f7081e1-d4b6-4fe4-ae6e-82e479895780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F8B4573-6EC3-42FC-BE21-6973939C57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7081e1-d4b6-4fe4-ae6e-82e479895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76</TotalTime>
  <Words>187</Words>
  <Application>Microsoft Office PowerPoint</Application>
  <PresentationFormat>Presentación en pantalla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Estela de condensación</vt:lpstr>
      <vt:lpstr>Sistema de Gestión de Reservas para Restaurantes </vt:lpstr>
      <vt:lpstr>Problema Identificado</vt:lpstr>
      <vt:lpstr>Solución Propuesta</vt:lpstr>
      <vt:lpstr>Avances del Proyecto</vt:lpstr>
      <vt:lpstr>Metodología y Herramientas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chambo gonzalez</cp:lastModifiedBy>
  <cp:revision>3</cp:revision>
  <dcterms:created xsi:type="dcterms:W3CDTF">2013-01-27T09:14:16Z</dcterms:created>
  <dcterms:modified xsi:type="dcterms:W3CDTF">2025-05-26T03:27:05Z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0x01010073737ADF74573B45A5C275D5ACCA6414</vt:lpwstr>
  </property>
</Properties>
</file>